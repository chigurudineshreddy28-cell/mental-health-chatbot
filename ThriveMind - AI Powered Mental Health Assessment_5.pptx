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  <p:embeddedFontLst>
    <p:embeddedFont>
      <p:font typeface="Quattrocento Sans" panose="020B0502050000020003" pitchFamily="34" charset="0"/>
      <p:regular r:id="rId19"/>
    </p:embeddedFont>
    <p:embeddedFont>
      <p:font typeface="Quattrocento Sans" panose="020B0502050000020003" pitchFamily="34" charset="-122"/>
      <p:regular r:id="rId20"/>
    </p:embeddedFont>
    <p:embeddedFont>
      <p:font typeface="Quattrocento Sans" panose="020B0502050000020003" pitchFamily="34" charset="-120"/>
      <p:regular r:id="rId21"/>
    </p:embeddedFont>
    <p:embeddedFont>
      <p:font typeface="Sorts Mill Goudy" panose="02000503000000000000" pitchFamily="34" charset="0"/>
      <p:regular r:id="rId22"/>
    </p:embeddedFont>
    <p:embeddedFont>
      <p:font typeface="Sorts Mill Goudy" panose="02000503000000000000" pitchFamily="34" charset="-122"/>
      <p:regular r:id="rId23"/>
    </p:embeddedFont>
    <p:embeddedFont>
      <p:font typeface="Sorts Mill Goudy" panose="02000503000000000000" pitchFamily="34" charset="-120"/>
      <p:regular r:id="rId24"/>
    </p:embeddedFont>
    <p:embeddedFont>
      <p:font typeface="Unna" panose="02040503070705020203" pitchFamily="34" charset="0"/>
      <p:regular r:id="rId25"/>
    </p:embeddedFont>
    <p:embeddedFont>
      <p:font typeface="Unna" panose="02040503070705020203" pitchFamily="34" charset="-122"/>
      <p:regular r:id="rId26"/>
    </p:embeddedFont>
    <p:embeddedFont>
      <p:font typeface="Unna" panose="02040503070705020203" pitchFamily="34" charset="-120"/>
      <p:regular r:id="rId27"/>
    </p:embeddedFont>
    <p:embeddedFont>
      <p:font typeface="Liter" panose="02000503030000020004" pitchFamily="34" charset="0"/>
      <p:regular r:id="rId28"/>
    </p:embeddedFont>
    <p:embeddedFont>
      <p:font typeface="Liter" panose="02000503030000020004" pitchFamily="34" charset="-122"/>
      <p:regular r:id="rId29"/>
    </p:embeddedFont>
    <p:embeddedFont>
      <p:font typeface="Liter" panose="02000503030000020004" pitchFamily="34" charset="-120"/>
      <p:regular r:id="rId30"/>
    </p:embeddedFont>
    <p:embeddedFont>
      <p:font typeface="Calibri" panose="020F0502020204030204" charset="0"/>
      <p:regular r:id="rId31"/>
      <p:bold r:id="rId32"/>
      <p:italic r:id="rId33"/>
      <p:boldItalic r:id="rId3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font" Target="fonts/font16.fntdata"/><Relationship Id="rId33" Type="http://schemas.openxmlformats.org/officeDocument/2006/relationships/font" Target="fonts/font15.fntdata"/><Relationship Id="rId32" Type="http://schemas.openxmlformats.org/officeDocument/2006/relationships/font" Target="fonts/font14.fntdata"/><Relationship Id="rId31" Type="http://schemas.openxmlformats.org/officeDocument/2006/relationships/font" Target="fonts/font13.fntdata"/><Relationship Id="rId30" Type="http://schemas.openxmlformats.org/officeDocument/2006/relationships/font" Target="fonts/font12.fntdata"/><Relationship Id="rId3" Type="http://schemas.openxmlformats.org/officeDocument/2006/relationships/slide" Target="slides/slide1.xml"/><Relationship Id="rId29" Type="http://schemas.openxmlformats.org/officeDocument/2006/relationships/font" Target="fonts/font11.fntdata"/><Relationship Id="rId28" Type="http://schemas.openxmlformats.org/officeDocument/2006/relationships/font" Target="fonts/font10.fntdata"/><Relationship Id="rId27" Type="http://schemas.openxmlformats.org/officeDocument/2006/relationships/font" Target="fonts/font9.fntdata"/><Relationship Id="rId26" Type="http://schemas.openxmlformats.org/officeDocument/2006/relationships/font" Target="fonts/font8.fntdata"/><Relationship Id="rId25" Type="http://schemas.openxmlformats.org/officeDocument/2006/relationships/font" Target="fonts/font7.fntdata"/><Relationship Id="rId24" Type="http://schemas.openxmlformats.org/officeDocument/2006/relationships/font" Target="fonts/font6.fntdata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26176fe2ac99f18e7d76e7a58096341521f218bd.jpg"/>
          <p:cNvPicPr>
            <a:picLocks noChangeAspect="1"/>
          </p:cNvPicPr>
          <p:nvPr/>
        </p:nvPicPr>
        <p:blipFill>
          <a:blip r:embed="rId1"/>
          <a:srcRect l="111" r="111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585C45">
                  <a:alpha val="85000"/>
                </a:srgbClr>
              </a:gs>
              <a:gs pos="50000">
                <a:srgbClr val="A3B18A">
                  <a:alpha val="75000"/>
                </a:srgbClr>
              </a:gs>
              <a:gs pos="100000">
                <a:srgbClr val="D4A373">
                  <a:alpha val="70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5254030" y="384175"/>
            <a:ext cx="1682750" cy="425450"/>
          </a:xfrm>
          <a:custGeom>
            <a:avLst/>
            <a:gdLst/>
            <a:ahLst/>
            <a:cxnLst/>
            <a:rect l="l" t="t" r="r" b="b"/>
            <a:pathLst>
              <a:path w="1682750" h="425450">
                <a:moveTo>
                  <a:pt x="212725" y="0"/>
                </a:moveTo>
                <a:lnTo>
                  <a:pt x="1470025" y="0"/>
                </a:lnTo>
                <a:cubicBezTo>
                  <a:pt x="1587510" y="0"/>
                  <a:pt x="1682750" y="95240"/>
                  <a:pt x="1682750" y="212725"/>
                </a:cubicBezTo>
                <a:lnTo>
                  <a:pt x="1682750" y="212725"/>
                </a:lnTo>
                <a:cubicBezTo>
                  <a:pt x="1682750" y="330210"/>
                  <a:pt x="1587510" y="425450"/>
                  <a:pt x="1470025" y="425450"/>
                </a:cubicBezTo>
                <a:lnTo>
                  <a:pt x="212725" y="425450"/>
                </a:lnTo>
                <a:cubicBezTo>
                  <a:pt x="95319" y="425450"/>
                  <a:pt x="0" y="330131"/>
                  <a:pt x="0" y="212725"/>
                </a:cubicBezTo>
                <a:lnTo>
                  <a:pt x="0" y="212725"/>
                </a:lnTo>
                <a:cubicBezTo>
                  <a:pt x="0" y="95319"/>
                  <a:pt x="95319" y="0"/>
                  <a:pt x="212725" y="0"/>
                </a:cubicBezTo>
                <a:close/>
              </a:path>
            </a:pathLst>
          </a:custGeom>
          <a:solidFill>
            <a:srgbClr val="F8F6F2">
              <a:alpha val="20000"/>
            </a:srgbClr>
          </a:solidFill>
          <a:ln w="8467">
            <a:solidFill>
              <a:srgbClr val="F8F6F2">
                <a:alpha val="3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42942" y="463550"/>
            <a:ext cx="1304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kern="0" spc="135" dirty="0">
                <a:solidFill>
                  <a:srgbClr val="F8F6F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AXIORA 2026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925862" y="1346200"/>
            <a:ext cx="634365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9000" b="1" kern="0" spc="-225" dirty="0">
                <a:solidFill>
                  <a:srgbClr val="F8F6F2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ThriveMind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0" y="26416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8" name="Text 5"/>
          <p:cNvSpPr/>
          <p:nvPr/>
        </p:nvSpPr>
        <p:spPr>
          <a:xfrm>
            <a:off x="3334246" y="2984500"/>
            <a:ext cx="5524500" cy="561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700" dirty="0">
                <a:solidFill>
                  <a:srgbClr val="F8F6F2"/>
                </a:solidFill>
                <a:latin typeface="Unna" panose="02040503070705020203" pitchFamily="34" charset="0"/>
                <a:ea typeface="Unna" panose="02040503070705020203" pitchFamily="34" charset="-122"/>
                <a:cs typeface="Unna" panose="02040503070705020203" pitchFamily="34" charset="-120"/>
              </a:rPr>
              <a:t>AI Powered Mental Health Assessment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284986" y="6210300"/>
            <a:ext cx="1619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8F6F2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Team Presentation</a:t>
            </a:r>
            <a:endParaRPr lang="en-US" sz="1600" dirty="0"/>
          </a:p>
        </p:txBody>
      </p:sp>
      <p:sp>
        <p:nvSpPr>
          <p:cNvPr id="10" name="Text Box 9"/>
          <p:cNvSpPr txBox="1"/>
          <p:nvPr/>
        </p:nvSpPr>
        <p:spPr>
          <a:xfrm>
            <a:off x="8858885" y="4385310"/>
            <a:ext cx="3075940" cy="1803400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noAutofit/>
          </a:bodyPr>
          <a:p>
            <a:r>
              <a:rPr lang="en-US">
                <a:ln>
                  <a:solidFill>
                    <a:schemeClr val="accent3">
                      <a:lumMod val="20000"/>
                      <a:lumOff val="80000"/>
                    </a:schemeClr>
                  </a:solidFill>
                </a:ln>
              </a:rPr>
              <a:t>            </a:t>
            </a:r>
            <a:endParaRPr lang="en-US"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a:endParaRPr>
          </a:p>
          <a:p>
            <a:r>
              <a:rPr lang="en-US">
                <a:ln>
                  <a:solidFill>
                    <a:schemeClr val="accent3">
                      <a:lumMod val="20000"/>
                      <a:lumOff val="80000"/>
                    </a:schemeClr>
                  </a:solidFill>
                </a:ln>
              </a:rPr>
              <a:t>CHIGURU DINESH REDDY</a:t>
            </a:r>
            <a:endParaRPr lang="en-US"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a:endParaRPr>
          </a:p>
          <a:p>
            <a:r>
              <a:rPr lang="en-US">
                <a:ln>
                  <a:solidFill>
                    <a:schemeClr val="accent3">
                      <a:lumMod val="20000"/>
                      <a:lumOff val="80000"/>
                    </a:schemeClr>
                  </a:solidFill>
                </a:ln>
              </a:rPr>
              <a:t>JAKKA HRUSHIKESH BABU</a:t>
            </a:r>
            <a:endParaRPr lang="en-US"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a:endParaRPr>
          </a:p>
          <a:p>
            <a:r>
              <a:rPr lang="en-US">
                <a:ln>
                  <a:solidFill>
                    <a:schemeClr val="accent3">
                      <a:lumMod val="20000"/>
                      <a:lumOff val="80000"/>
                    </a:schemeClr>
                  </a:solidFill>
                </a:ln>
              </a:rPr>
              <a:t>KOLA  KRUTHI</a:t>
            </a:r>
            <a:endParaRPr lang="en-US"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a:endParaRPr>
          </a:p>
          <a:p>
            <a:endParaRPr lang="en-US"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a:endParaRPr>
          </a:p>
          <a:p>
            <a:endParaRPr lang="en-US"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a:endParaRPr>
          </a:p>
          <a:p>
            <a:endParaRPr lang="en-US"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350" y="347350"/>
            <a:ext cx="11566769" cy="208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5" b="1" kern="0" spc="55" dirty="0">
                <a:solidFill>
                  <a:srgbClr val="A3B1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7350" y="625231"/>
            <a:ext cx="11705709" cy="4168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80" b="1" dirty="0">
                <a:solidFill>
                  <a:srgbClr val="585C45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The Problem We're Solving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4718" y="1250462"/>
            <a:ext cx="6156786" cy="1276513"/>
          </a:xfrm>
          <a:custGeom>
            <a:avLst/>
            <a:gdLst/>
            <a:ahLst/>
            <a:cxnLst/>
            <a:rect l="l" t="t" r="r" b="b"/>
            <a:pathLst>
              <a:path w="6156786" h="1276513">
                <a:moveTo>
                  <a:pt x="34735" y="0"/>
                </a:moveTo>
                <a:lnTo>
                  <a:pt x="6017851" y="0"/>
                </a:lnTo>
                <a:cubicBezTo>
                  <a:pt x="6094583" y="0"/>
                  <a:pt x="6156786" y="62204"/>
                  <a:pt x="6156786" y="138936"/>
                </a:cubicBezTo>
                <a:lnTo>
                  <a:pt x="6156786" y="1137577"/>
                </a:lnTo>
                <a:cubicBezTo>
                  <a:pt x="6156786" y="1214309"/>
                  <a:pt x="6094583" y="1276513"/>
                  <a:pt x="6017851" y="1276513"/>
                </a:cubicBezTo>
                <a:lnTo>
                  <a:pt x="34735" y="1276513"/>
                </a:lnTo>
                <a:cubicBezTo>
                  <a:pt x="15551" y="1276513"/>
                  <a:pt x="0" y="1260961"/>
                  <a:pt x="0" y="1241778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30256" dist="868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4718" y="1250462"/>
            <a:ext cx="34735" cy="1276513"/>
          </a:xfrm>
          <a:custGeom>
            <a:avLst/>
            <a:gdLst/>
            <a:ahLst/>
            <a:cxnLst/>
            <a:rect l="l" t="t" r="r" b="b"/>
            <a:pathLst>
              <a:path w="34735" h="1276513">
                <a:moveTo>
                  <a:pt x="34735" y="0"/>
                </a:moveTo>
                <a:lnTo>
                  <a:pt x="34735" y="0"/>
                </a:lnTo>
                <a:lnTo>
                  <a:pt x="34735" y="1276513"/>
                </a:lnTo>
                <a:lnTo>
                  <a:pt x="34735" y="1276513"/>
                </a:lnTo>
                <a:cubicBezTo>
                  <a:pt x="15551" y="1276513"/>
                  <a:pt x="0" y="1260961"/>
                  <a:pt x="0" y="1241778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A3B18A"/>
          </a:solidFill>
        </p:spPr>
      </p:sp>
      <p:sp>
        <p:nvSpPr>
          <p:cNvPr id="6" name="Shape 4"/>
          <p:cNvSpPr/>
          <p:nvPr/>
        </p:nvSpPr>
        <p:spPr>
          <a:xfrm>
            <a:off x="590496" y="1458872"/>
            <a:ext cx="486291" cy="486291"/>
          </a:xfrm>
          <a:custGeom>
            <a:avLst/>
            <a:gdLst/>
            <a:ahLst/>
            <a:cxnLst/>
            <a:rect l="l" t="t" r="r" b="b"/>
            <a:pathLst>
              <a:path w="486291" h="486291">
                <a:moveTo>
                  <a:pt x="243145" y="0"/>
                </a:moveTo>
                <a:lnTo>
                  <a:pt x="243145" y="0"/>
                </a:lnTo>
                <a:cubicBezTo>
                  <a:pt x="377431" y="0"/>
                  <a:pt x="486291" y="108860"/>
                  <a:pt x="486291" y="243145"/>
                </a:cubicBezTo>
                <a:lnTo>
                  <a:pt x="486291" y="243145"/>
                </a:lnTo>
                <a:cubicBezTo>
                  <a:pt x="486291" y="377431"/>
                  <a:pt x="377431" y="486291"/>
                  <a:pt x="243145" y="486291"/>
                </a:cubicBezTo>
                <a:lnTo>
                  <a:pt x="243145" y="486291"/>
                </a:lnTo>
                <a:cubicBezTo>
                  <a:pt x="108860" y="486291"/>
                  <a:pt x="0" y="377431"/>
                  <a:pt x="0" y="243145"/>
                </a:cubicBezTo>
                <a:lnTo>
                  <a:pt x="0" y="243145"/>
                </a:lnTo>
                <a:cubicBezTo>
                  <a:pt x="0" y="108860"/>
                  <a:pt x="108860" y="0"/>
                  <a:pt x="243145" y="0"/>
                </a:cubicBezTo>
                <a:close/>
              </a:path>
            </a:pathLst>
          </a:custGeom>
          <a:solidFill>
            <a:srgbClr val="A3B18A">
              <a:alpha val="20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729436" y="1597812"/>
            <a:ext cx="208410" cy="208410"/>
          </a:xfrm>
          <a:custGeom>
            <a:avLst/>
            <a:gdLst/>
            <a:ahLst/>
            <a:cxnLst/>
            <a:rect l="l" t="t" r="r" b="b"/>
            <a:pathLst>
              <a:path w="208410" h="208410">
                <a:moveTo>
                  <a:pt x="26051" y="26051"/>
                </a:moveTo>
                <a:cubicBezTo>
                  <a:pt x="26051" y="18846"/>
                  <a:pt x="20230" y="13026"/>
                  <a:pt x="13026" y="13026"/>
                </a:cubicBezTo>
                <a:cubicBezTo>
                  <a:pt x="5821" y="13026"/>
                  <a:pt x="0" y="18846"/>
                  <a:pt x="0" y="26051"/>
                </a:cubicBezTo>
                <a:lnTo>
                  <a:pt x="0" y="162821"/>
                </a:lnTo>
                <a:cubicBezTo>
                  <a:pt x="0" y="180812"/>
                  <a:pt x="14572" y="195385"/>
                  <a:pt x="32564" y="195385"/>
                </a:cubicBezTo>
                <a:lnTo>
                  <a:pt x="195385" y="195385"/>
                </a:lnTo>
                <a:cubicBezTo>
                  <a:pt x="202589" y="195385"/>
                  <a:pt x="208410" y="189564"/>
                  <a:pt x="208410" y="182359"/>
                </a:cubicBezTo>
                <a:cubicBezTo>
                  <a:pt x="208410" y="175154"/>
                  <a:pt x="202589" y="169333"/>
                  <a:pt x="195385" y="169333"/>
                </a:cubicBezTo>
                <a:lnTo>
                  <a:pt x="32564" y="169333"/>
                </a:lnTo>
                <a:cubicBezTo>
                  <a:pt x="28982" y="169333"/>
                  <a:pt x="26051" y="166403"/>
                  <a:pt x="26051" y="162821"/>
                </a:cubicBezTo>
                <a:lnTo>
                  <a:pt x="26051" y="26051"/>
                </a:lnTo>
                <a:close/>
                <a:moveTo>
                  <a:pt x="191558" y="61302"/>
                </a:moveTo>
                <a:cubicBezTo>
                  <a:pt x="196646" y="56214"/>
                  <a:pt x="196646" y="47951"/>
                  <a:pt x="191558" y="42862"/>
                </a:cubicBezTo>
                <a:cubicBezTo>
                  <a:pt x="186470" y="37774"/>
                  <a:pt x="178207" y="37774"/>
                  <a:pt x="173119" y="42862"/>
                </a:cubicBezTo>
                <a:lnTo>
                  <a:pt x="130256" y="85766"/>
                </a:lnTo>
                <a:lnTo>
                  <a:pt x="106892" y="62442"/>
                </a:lnTo>
                <a:cubicBezTo>
                  <a:pt x="101804" y="57354"/>
                  <a:pt x="93540" y="57354"/>
                  <a:pt x="88452" y="62442"/>
                </a:cubicBezTo>
                <a:lnTo>
                  <a:pt x="49375" y="101519"/>
                </a:lnTo>
                <a:cubicBezTo>
                  <a:pt x="44287" y="106607"/>
                  <a:pt x="44287" y="114870"/>
                  <a:pt x="49375" y="119958"/>
                </a:cubicBezTo>
                <a:cubicBezTo>
                  <a:pt x="54463" y="125046"/>
                  <a:pt x="62727" y="125046"/>
                  <a:pt x="67815" y="119958"/>
                </a:cubicBezTo>
                <a:lnTo>
                  <a:pt x="97692" y="90080"/>
                </a:lnTo>
                <a:lnTo>
                  <a:pt x="121057" y="113445"/>
                </a:lnTo>
                <a:cubicBezTo>
                  <a:pt x="126145" y="118533"/>
                  <a:pt x="134408" y="118533"/>
                  <a:pt x="139496" y="113445"/>
                </a:cubicBezTo>
                <a:lnTo>
                  <a:pt x="191599" y="61343"/>
                </a:lnTo>
                <a:close/>
              </a:path>
            </a:pathLst>
          </a:custGeom>
          <a:solidFill>
            <a:srgbClr val="585C45"/>
          </a:solidFill>
        </p:spPr>
      </p:sp>
      <p:sp>
        <p:nvSpPr>
          <p:cNvPr id="8" name="Text 6"/>
          <p:cNvSpPr/>
          <p:nvPr/>
        </p:nvSpPr>
        <p:spPr>
          <a:xfrm>
            <a:off x="1215726" y="1458872"/>
            <a:ext cx="5201573" cy="277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0" b="1" dirty="0">
                <a:solidFill>
                  <a:srgbClr val="585C45"/>
                </a:solidFill>
                <a:latin typeface="Unna" panose="02040503070705020203" pitchFamily="34" charset="0"/>
                <a:ea typeface="Unna" panose="02040503070705020203" pitchFamily="34" charset="-122"/>
                <a:cs typeface="Unna" panose="02040503070705020203" pitchFamily="34" charset="-120"/>
              </a:rPr>
              <a:t>1 in 5 People Affected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15726" y="1806222"/>
            <a:ext cx="5175521" cy="5123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30" dirty="0">
                <a:solidFill>
                  <a:srgbClr val="3A3A3A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Mental health issues impact 20% of the global population, yet awareness and access to assessment remain critically low.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4718" y="2696308"/>
            <a:ext cx="6156786" cy="1276513"/>
          </a:xfrm>
          <a:custGeom>
            <a:avLst/>
            <a:gdLst/>
            <a:ahLst/>
            <a:cxnLst/>
            <a:rect l="l" t="t" r="r" b="b"/>
            <a:pathLst>
              <a:path w="6156786" h="1276513">
                <a:moveTo>
                  <a:pt x="34735" y="0"/>
                </a:moveTo>
                <a:lnTo>
                  <a:pt x="6017851" y="0"/>
                </a:lnTo>
                <a:cubicBezTo>
                  <a:pt x="6094583" y="0"/>
                  <a:pt x="6156786" y="62204"/>
                  <a:pt x="6156786" y="138936"/>
                </a:cubicBezTo>
                <a:lnTo>
                  <a:pt x="6156786" y="1137577"/>
                </a:lnTo>
                <a:cubicBezTo>
                  <a:pt x="6156786" y="1214309"/>
                  <a:pt x="6094583" y="1276513"/>
                  <a:pt x="6017851" y="1276513"/>
                </a:cubicBezTo>
                <a:lnTo>
                  <a:pt x="34735" y="1276513"/>
                </a:lnTo>
                <a:cubicBezTo>
                  <a:pt x="15551" y="1276513"/>
                  <a:pt x="0" y="1260961"/>
                  <a:pt x="0" y="1241778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30256" dist="868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4718" y="2696308"/>
            <a:ext cx="34735" cy="1276513"/>
          </a:xfrm>
          <a:custGeom>
            <a:avLst/>
            <a:gdLst/>
            <a:ahLst/>
            <a:cxnLst/>
            <a:rect l="l" t="t" r="r" b="b"/>
            <a:pathLst>
              <a:path w="34735" h="1276513">
                <a:moveTo>
                  <a:pt x="34735" y="0"/>
                </a:moveTo>
                <a:lnTo>
                  <a:pt x="34735" y="0"/>
                </a:lnTo>
                <a:lnTo>
                  <a:pt x="34735" y="1276513"/>
                </a:lnTo>
                <a:lnTo>
                  <a:pt x="34735" y="1276513"/>
                </a:lnTo>
                <a:cubicBezTo>
                  <a:pt x="15551" y="1276513"/>
                  <a:pt x="0" y="1260961"/>
                  <a:pt x="0" y="1241778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12" name="Shape 10"/>
          <p:cNvSpPr/>
          <p:nvPr/>
        </p:nvSpPr>
        <p:spPr>
          <a:xfrm>
            <a:off x="590496" y="2904718"/>
            <a:ext cx="486291" cy="486291"/>
          </a:xfrm>
          <a:custGeom>
            <a:avLst/>
            <a:gdLst/>
            <a:ahLst/>
            <a:cxnLst/>
            <a:rect l="l" t="t" r="r" b="b"/>
            <a:pathLst>
              <a:path w="486291" h="486291">
                <a:moveTo>
                  <a:pt x="243145" y="0"/>
                </a:moveTo>
                <a:lnTo>
                  <a:pt x="243145" y="0"/>
                </a:lnTo>
                <a:cubicBezTo>
                  <a:pt x="377431" y="0"/>
                  <a:pt x="486291" y="108860"/>
                  <a:pt x="486291" y="243145"/>
                </a:cubicBezTo>
                <a:lnTo>
                  <a:pt x="486291" y="243145"/>
                </a:lnTo>
                <a:cubicBezTo>
                  <a:pt x="486291" y="377431"/>
                  <a:pt x="377431" y="486291"/>
                  <a:pt x="243145" y="486291"/>
                </a:cubicBezTo>
                <a:lnTo>
                  <a:pt x="243145" y="486291"/>
                </a:lnTo>
                <a:cubicBezTo>
                  <a:pt x="108860" y="486291"/>
                  <a:pt x="0" y="377431"/>
                  <a:pt x="0" y="243145"/>
                </a:cubicBezTo>
                <a:lnTo>
                  <a:pt x="0" y="243145"/>
                </a:lnTo>
                <a:cubicBezTo>
                  <a:pt x="0" y="108860"/>
                  <a:pt x="108860" y="0"/>
                  <a:pt x="243145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729436" y="3043658"/>
            <a:ext cx="208410" cy="208410"/>
          </a:xfrm>
          <a:custGeom>
            <a:avLst/>
            <a:gdLst/>
            <a:ahLst/>
            <a:cxnLst/>
            <a:rect l="l" t="t" r="r" b="b"/>
            <a:pathLst>
              <a:path w="208410" h="208410">
                <a:moveTo>
                  <a:pt x="104205" y="208410"/>
                </a:moveTo>
                <a:cubicBezTo>
                  <a:pt x="161718" y="208410"/>
                  <a:pt x="208410" y="161718"/>
                  <a:pt x="208410" y="104205"/>
                </a:cubicBezTo>
                <a:cubicBezTo>
                  <a:pt x="208410" y="46693"/>
                  <a:pt x="161718" y="0"/>
                  <a:pt x="104205" y="0"/>
                </a:cubicBezTo>
                <a:cubicBezTo>
                  <a:pt x="46693" y="0"/>
                  <a:pt x="0" y="46693"/>
                  <a:pt x="0" y="104205"/>
                </a:cubicBezTo>
                <a:cubicBezTo>
                  <a:pt x="0" y="161718"/>
                  <a:pt x="46693" y="208410"/>
                  <a:pt x="104205" y="208410"/>
                </a:cubicBezTo>
                <a:close/>
                <a:moveTo>
                  <a:pt x="104205" y="71641"/>
                </a:moveTo>
                <a:cubicBezTo>
                  <a:pt x="97000" y="71641"/>
                  <a:pt x="91179" y="77462"/>
                  <a:pt x="91179" y="84667"/>
                </a:cubicBezTo>
                <a:cubicBezTo>
                  <a:pt x="91179" y="90080"/>
                  <a:pt x="86824" y="94436"/>
                  <a:pt x="81410" y="94436"/>
                </a:cubicBezTo>
                <a:cubicBezTo>
                  <a:pt x="75996" y="94436"/>
                  <a:pt x="71641" y="90080"/>
                  <a:pt x="71641" y="84667"/>
                </a:cubicBezTo>
                <a:cubicBezTo>
                  <a:pt x="71641" y="66675"/>
                  <a:pt x="86213" y="52103"/>
                  <a:pt x="104205" y="52103"/>
                </a:cubicBezTo>
                <a:cubicBezTo>
                  <a:pt x="122197" y="52103"/>
                  <a:pt x="136769" y="66675"/>
                  <a:pt x="136769" y="84667"/>
                </a:cubicBezTo>
                <a:cubicBezTo>
                  <a:pt x="136769" y="103879"/>
                  <a:pt x="122115" y="112021"/>
                  <a:pt x="113974" y="114992"/>
                </a:cubicBezTo>
                <a:lnTo>
                  <a:pt x="113974" y="116539"/>
                </a:lnTo>
                <a:cubicBezTo>
                  <a:pt x="113974" y="121953"/>
                  <a:pt x="109619" y="126308"/>
                  <a:pt x="104205" y="126308"/>
                </a:cubicBezTo>
                <a:cubicBezTo>
                  <a:pt x="98791" y="126308"/>
                  <a:pt x="94436" y="121953"/>
                  <a:pt x="94436" y="116539"/>
                </a:cubicBezTo>
                <a:lnTo>
                  <a:pt x="94436" y="113242"/>
                </a:lnTo>
                <a:cubicBezTo>
                  <a:pt x="94436" y="104897"/>
                  <a:pt x="100460" y="98913"/>
                  <a:pt x="106688" y="96878"/>
                </a:cubicBezTo>
                <a:cubicBezTo>
                  <a:pt x="109293" y="96023"/>
                  <a:pt x="112061" y="94639"/>
                  <a:pt x="114096" y="92686"/>
                </a:cubicBezTo>
                <a:cubicBezTo>
                  <a:pt x="115847" y="90976"/>
                  <a:pt x="117231" y="88615"/>
                  <a:pt x="117231" y="84707"/>
                </a:cubicBezTo>
                <a:cubicBezTo>
                  <a:pt x="117231" y="77503"/>
                  <a:pt x="111410" y="71682"/>
                  <a:pt x="104205" y="71682"/>
                </a:cubicBezTo>
                <a:close/>
                <a:moveTo>
                  <a:pt x="91179" y="149795"/>
                </a:moveTo>
                <a:cubicBezTo>
                  <a:pt x="91179" y="142606"/>
                  <a:pt x="97016" y="136769"/>
                  <a:pt x="104205" y="136769"/>
                </a:cubicBezTo>
                <a:cubicBezTo>
                  <a:pt x="111394" y="136769"/>
                  <a:pt x="117231" y="142606"/>
                  <a:pt x="117231" y="149795"/>
                </a:cubicBezTo>
                <a:cubicBezTo>
                  <a:pt x="117231" y="156984"/>
                  <a:pt x="111394" y="162821"/>
                  <a:pt x="104205" y="162821"/>
                </a:cubicBezTo>
                <a:cubicBezTo>
                  <a:pt x="97016" y="162821"/>
                  <a:pt x="91179" y="156984"/>
                  <a:pt x="91179" y="149795"/>
                </a:cubicBezTo>
                <a:close/>
              </a:path>
            </a:pathLst>
          </a:custGeom>
          <a:solidFill>
            <a:srgbClr val="585C45"/>
          </a:solidFill>
        </p:spPr>
      </p:sp>
      <p:sp>
        <p:nvSpPr>
          <p:cNvPr id="14" name="Text 12"/>
          <p:cNvSpPr/>
          <p:nvPr/>
        </p:nvSpPr>
        <p:spPr>
          <a:xfrm>
            <a:off x="1215726" y="2904718"/>
            <a:ext cx="5201573" cy="277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0" b="1" dirty="0">
                <a:solidFill>
                  <a:srgbClr val="585C45"/>
                </a:solidFill>
                <a:latin typeface="Unna" panose="02040503070705020203" pitchFamily="34" charset="0"/>
                <a:ea typeface="Unna" panose="02040503070705020203" pitchFamily="34" charset="-122"/>
                <a:cs typeface="Unna" panose="02040503070705020203" pitchFamily="34" charset="-120"/>
              </a:rPr>
              <a:t>Unknown Status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15726" y="3252068"/>
            <a:ext cx="5175521" cy="5123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30" dirty="0">
                <a:solidFill>
                  <a:srgbClr val="3A3A3A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Most individuals are unaware of their mental health condition, lacking accessible tools for self-assessment and early detection.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4718" y="4142154"/>
            <a:ext cx="6156786" cy="1276513"/>
          </a:xfrm>
          <a:custGeom>
            <a:avLst/>
            <a:gdLst/>
            <a:ahLst/>
            <a:cxnLst/>
            <a:rect l="l" t="t" r="r" b="b"/>
            <a:pathLst>
              <a:path w="6156786" h="1276513">
                <a:moveTo>
                  <a:pt x="34735" y="0"/>
                </a:moveTo>
                <a:lnTo>
                  <a:pt x="6017851" y="0"/>
                </a:lnTo>
                <a:cubicBezTo>
                  <a:pt x="6094583" y="0"/>
                  <a:pt x="6156786" y="62204"/>
                  <a:pt x="6156786" y="138936"/>
                </a:cubicBezTo>
                <a:lnTo>
                  <a:pt x="6156786" y="1137577"/>
                </a:lnTo>
                <a:cubicBezTo>
                  <a:pt x="6156786" y="1214309"/>
                  <a:pt x="6094583" y="1276513"/>
                  <a:pt x="6017851" y="1276513"/>
                </a:cubicBezTo>
                <a:lnTo>
                  <a:pt x="34735" y="1276513"/>
                </a:lnTo>
                <a:cubicBezTo>
                  <a:pt x="15551" y="1276513"/>
                  <a:pt x="0" y="1260961"/>
                  <a:pt x="0" y="1241778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30256" dist="868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4718" y="4142154"/>
            <a:ext cx="34735" cy="1276513"/>
          </a:xfrm>
          <a:custGeom>
            <a:avLst/>
            <a:gdLst/>
            <a:ahLst/>
            <a:cxnLst/>
            <a:rect l="l" t="t" r="r" b="b"/>
            <a:pathLst>
              <a:path w="34735" h="1276513">
                <a:moveTo>
                  <a:pt x="34735" y="0"/>
                </a:moveTo>
                <a:lnTo>
                  <a:pt x="34735" y="0"/>
                </a:lnTo>
                <a:lnTo>
                  <a:pt x="34735" y="1276513"/>
                </a:lnTo>
                <a:lnTo>
                  <a:pt x="34735" y="1276513"/>
                </a:lnTo>
                <a:cubicBezTo>
                  <a:pt x="15551" y="1276513"/>
                  <a:pt x="0" y="1260961"/>
                  <a:pt x="0" y="1241778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585C45"/>
          </a:solidFill>
        </p:spPr>
      </p:sp>
      <p:sp>
        <p:nvSpPr>
          <p:cNvPr id="18" name="Shape 16"/>
          <p:cNvSpPr/>
          <p:nvPr/>
        </p:nvSpPr>
        <p:spPr>
          <a:xfrm>
            <a:off x="590496" y="4350564"/>
            <a:ext cx="486291" cy="486291"/>
          </a:xfrm>
          <a:custGeom>
            <a:avLst/>
            <a:gdLst/>
            <a:ahLst/>
            <a:cxnLst/>
            <a:rect l="l" t="t" r="r" b="b"/>
            <a:pathLst>
              <a:path w="486291" h="486291">
                <a:moveTo>
                  <a:pt x="243145" y="0"/>
                </a:moveTo>
                <a:lnTo>
                  <a:pt x="243145" y="0"/>
                </a:lnTo>
                <a:cubicBezTo>
                  <a:pt x="377431" y="0"/>
                  <a:pt x="486291" y="108860"/>
                  <a:pt x="486291" y="243145"/>
                </a:cubicBezTo>
                <a:lnTo>
                  <a:pt x="486291" y="243145"/>
                </a:lnTo>
                <a:cubicBezTo>
                  <a:pt x="486291" y="377431"/>
                  <a:pt x="377431" y="486291"/>
                  <a:pt x="243145" y="486291"/>
                </a:cubicBezTo>
                <a:lnTo>
                  <a:pt x="243145" y="486291"/>
                </a:lnTo>
                <a:cubicBezTo>
                  <a:pt x="108860" y="486291"/>
                  <a:pt x="0" y="377431"/>
                  <a:pt x="0" y="243145"/>
                </a:cubicBezTo>
                <a:lnTo>
                  <a:pt x="0" y="243145"/>
                </a:lnTo>
                <a:cubicBezTo>
                  <a:pt x="0" y="108860"/>
                  <a:pt x="108860" y="0"/>
                  <a:pt x="243145" y="0"/>
                </a:cubicBezTo>
                <a:close/>
              </a:path>
            </a:pathLst>
          </a:custGeom>
          <a:solidFill>
            <a:srgbClr val="585C45">
              <a:alpha val="20000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716410" y="4489504"/>
            <a:ext cx="234462" cy="208410"/>
          </a:xfrm>
          <a:custGeom>
            <a:avLst/>
            <a:gdLst/>
            <a:ahLst/>
            <a:cxnLst/>
            <a:rect l="l" t="t" r="r" b="b"/>
            <a:pathLst>
              <a:path w="234462" h="208410">
                <a:moveTo>
                  <a:pt x="16689" y="-10136"/>
                </a:moveTo>
                <a:cubicBezTo>
                  <a:pt x="12863" y="-13962"/>
                  <a:pt x="6676" y="-13962"/>
                  <a:pt x="2890" y="-10136"/>
                </a:cubicBezTo>
                <a:cubicBezTo>
                  <a:pt x="-896" y="-6309"/>
                  <a:pt x="-936" y="-122"/>
                  <a:pt x="2849" y="3704"/>
                </a:cubicBezTo>
                <a:lnTo>
                  <a:pt x="217772" y="218627"/>
                </a:lnTo>
                <a:cubicBezTo>
                  <a:pt x="221599" y="222454"/>
                  <a:pt x="227786" y="222454"/>
                  <a:pt x="231571" y="218627"/>
                </a:cubicBezTo>
                <a:cubicBezTo>
                  <a:pt x="235357" y="214801"/>
                  <a:pt x="235398" y="208614"/>
                  <a:pt x="231571" y="204828"/>
                </a:cubicBezTo>
                <a:lnTo>
                  <a:pt x="126796" y="100012"/>
                </a:lnTo>
                <a:cubicBezTo>
                  <a:pt x="149184" y="95576"/>
                  <a:pt x="166077" y="75793"/>
                  <a:pt x="166077" y="52103"/>
                </a:cubicBezTo>
                <a:cubicBezTo>
                  <a:pt x="166077" y="25115"/>
                  <a:pt x="144218" y="3256"/>
                  <a:pt x="117231" y="3256"/>
                </a:cubicBezTo>
                <a:cubicBezTo>
                  <a:pt x="93540" y="3256"/>
                  <a:pt x="73758" y="20149"/>
                  <a:pt x="69321" y="42537"/>
                </a:cubicBezTo>
                <a:lnTo>
                  <a:pt x="16689" y="-10136"/>
                </a:lnTo>
                <a:close/>
                <a:moveTo>
                  <a:pt x="95901" y="124313"/>
                </a:moveTo>
                <a:cubicBezTo>
                  <a:pt x="60203" y="128872"/>
                  <a:pt x="32564" y="159361"/>
                  <a:pt x="32564" y="196321"/>
                </a:cubicBezTo>
                <a:cubicBezTo>
                  <a:pt x="32564" y="202996"/>
                  <a:pt x="37978" y="208410"/>
                  <a:pt x="44654" y="208410"/>
                </a:cubicBezTo>
                <a:lnTo>
                  <a:pt x="179998" y="208410"/>
                </a:lnTo>
                <a:lnTo>
                  <a:pt x="95901" y="124313"/>
                </a:lnTo>
                <a:close/>
              </a:path>
            </a:pathLst>
          </a:custGeom>
          <a:solidFill>
            <a:srgbClr val="585C45"/>
          </a:solidFill>
        </p:spPr>
      </p:sp>
      <p:sp>
        <p:nvSpPr>
          <p:cNvPr id="20" name="Text 18"/>
          <p:cNvSpPr/>
          <p:nvPr/>
        </p:nvSpPr>
        <p:spPr>
          <a:xfrm>
            <a:off x="1215726" y="4350564"/>
            <a:ext cx="5201573" cy="277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0" b="1" dirty="0">
                <a:solidFill>
                  <a:srgbClr val="585C45"/>
                </a:solidFill>
                <a:latin typeface="Unna" panose="02040503070705020203" pitchFamily="34" charset="0"/>
                <a:ea typeface="Unna" panose="02040503070705020203" pitchFamily="34" charset="-122"/>
                <a:cs typeface="Unna" panose="02040503070705020203" pitchFamily="34" charset="-120"/>
              </a:rPr>
              <a:t>No Easy Access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15726" y="4697915"/>
            <a:ext cx="5175521" cy="5123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30" dirty="0">
                <a:solidFill>
                  <a:srgbClr val="3A3A3A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There is no private, instant, and user-friendly self-assessment tool available for people to check their mental wellness.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47350" y="5588000"/>
            <a:ext cx="6174154" cy="1276513"/>
          </a:xfrm>
          <a:custGeom>
            <a:avLst/>
            <a:gdLst/>
            <a:ahLst/>
            <a:cxnLst/>
            <a:rect l="l" t="t" r="r" b="b"/>
            <a:pathLst>
              <a:path w="6174154" h="1276513">
                <a:moveTo>
                  <a:pt x="138936" y="0"/>
                </a:moveTo>
                <a:lnTo>
                  <a:pt x="6035218" y="0"/>
                </a:lnTo>
                <a:cubicBezTo>
                  <a:pt x="6111950" y="0"/>
                  <a:pt x="6174154" y="62204"/>
                  <a:pt x="6174154" y="138936"/>
                </a:cubicBezTo>
                <a:lnTo>
                  <a:pt x="6174154" y="1137577"/>
                </a:lnTo>
                <a:cubicBezTo>
                  <a:pt x="6174154" y="1214309"/>
                  <a:pt x="6111950" y="1276513"/>
                  <a:pt x="6035218" y="1276513"/>
                </a:cubicBezTo>
                <a:lnTo>
                  <a:pt x="138936" y="1276513"/>
                </a:lnTo>
                <a:cubicBezTo>
                  <a:pt x="62204" y="1276513"/>
                  <a:pt x="0" y="1214309"/>
                  <a:pt x="0" y="1137577"/>
                </a:cubicBezTo>
                <a:lnTo>
                  <a:pt x="0" y="138936"/>
                </a:lnTo>
                <a:cubicBezTo>
                  <a:pt x="0" y="62204"/>
                  <a:pt x="62204" y="0"/>
                  <a:pt x="138936" y="0"/>
                </a:cubicBezTo>
                <a:close/>
              </a:path>
            </a:pathLst>
          </a:custGeom>
          <a:solidFill>
            <a:srgbClr val="585C45"/>
          </a:solidFill>
          <a:effectLst>
            <a:outerShdw blurRad="130256" dist="868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55761" y="5796410"/>
            <a:ext cx="486291" cy="486291"/>
          </a:xfrm>
          <a:custGeom>
            <a:avLst/>
            <a:gdLst/>
            <a:ahLst/>
            <a:cxnLst/>
            <a:rect l="l" t="t" r="r" b="b"/>
            <a:pathLst>
              <a:path w="486291" h="486291">
                <a:moveTo>
                  <a:pt x="243145" y="0"/>
                </a:moveTo>
                <a:lnTo>
                  <a:pt x="243145" y="0"/>
                </a:lnTo>
                <a:cubicBezTo>
                  <a:pt x="377431" y="0"/>
                  <a:pt x="486291" y="108860"/>
                  <a:pt x="486291" y="243145"/>
                </a:cubicBezTo>
                <a:lnTo>
                  <a:pt x="486291" y="243145"/>
                </a:lnTo>
                <a:cubicBezTo>
                  <a:pt x="486291" y="377431"/>
                  <a:pt x="377431" y="486291"/>
                  <a:pt x="243145" y="486291"/>
                </a:cubicBezTo>
                <a:lnTo>
                  <a:pt x="243145" y="486291"/>
                </a:lnTo>
                <a:cubicBezTo>
                  <a:pt x="108860" y="486291"/>
                  <a:pt x="0" y="377431"/>
                  <a:pt x="0" y="243145"/>
                </a:cubicBezTo>
                <a:lnTo>
                  <a:pt x="0" y="243145"/>
                </a:lnTo>
                <a:cubicBezTo>
                  <a:pt x="0" y="108860"/>
                  <a:pt x="108860" y="0"/>
                  <a:pt x="243145" y="0"/>
                </a:cubicBezTo>
                <a:close/>
              </a:path>
            </a:pathLst>
          </a:custGeom>
          <a:solidFill>
            <a:srgbClr val="F8F6F2">
              <a:alpha val="20000"/>
            </a:srgbClr>
          </a:solidFill>
        </p:spPr>
      </p:sp>
      <p:sp>
        <p:nvSpPr>
          <p:cNvPr id="24" name="Shape 22"/>
          <p:cNvSpPr/>
          <p:nvPr/>
        </p:nvSpPr>
        <p:spPr>
          <a:xfrm>
            <a:off x="694701" y="5935350"/>
            <a:ext cx="208410" cy="208410"/>
          </a:xfrm>
          <a:custGeom>
            <a:avLst/>
            <a:gdLst/>
            <a:ahLst/>
            <a:cxnLst/>
            <a:rect l="l" t="t" r="r" b="b"/>
            <a:pathLst>
              <a:path w="208410" h="208410">
                <a:moveTo>
                  <a:pt x="149469" y="167909"/>
                </a:moveTo>
                <a:lnTo>
                  <a:pt x="40502" y="58941"/>
                </a:lnTo>
                <a:cubicBezTo>
                  <a:pt x="31384" y="71722"/>
                  <a:pt x="26051" y="87353"/>
                  <a:pt x="26051" y="104205"/>
                </a:cubicBezTo>
                <a:cubicBezTo>
                  <a:pt x="26051" y="147353"/>
                  <a:pt x="61058" y="182359"/>
                  <a:pt x="104205" y="182359"/>
                </a:cubicBezTo>
                <a:cubicBezTo>
                  <a:pt x="121098" y="182359"/>
                  <a:pt x="136729" y="177027"/>
                  <a:pt x="149469" y="167909"/>
                </a:cubicBezTo>
                <a:close/>
                <a:moveTo>
                  <a:pt x="167909" y="149469"/>
                </a:moveTo>
                <a:cubicBezTo>
                  <a:pt x="177027" y="136688"/>
                  <a:pt x="182359" y="121057"/>
                  <a:pt x="182359" y="104205"/>
                </a:cubicBezTo>
                <a:cubicBezTo>
                  <a:pt x="182359" y="61058"/>
                  <a:pt x="147353" y="26051"/>
                  <a:pt x="104205" y="26051"/>
                </a:cubicBezTo>
                <a:cubicBezTo>
                  <a:pt x="87312" y="26051"/>
                  <a:pt x="71682" y="31384"/>
                  <a:pt x="58941" y="40502"/>
                </a:cubicBezTo>
                <a:lnTo>
                  <a:pt x="167909" y="149469"/>
                </a:lnTo>
                <a:close/>
                <a:moveTo>
                  <a:pt x="0" y="104205"/>
                </a:moveTo>
                <a:cubicBezTo>
                  <a:pt x="0" y="46693"/>
                  <a:pt x="46693" y="0"/>
                  <a:pt x="104205" y="0"/>
                </a:cubicBezTo>
                <a:cubicBezTo>
                  <a:pt x="161718" y="0"/>
                  <a:pt x="208410" y="46693"/>
                  <a:pt x="208410" y="104205"/>
                </a:cubicBezTo>
                <a:cubicBezTo>
                  <a:pt x="208410" y="161718"/>
                  <a:pt x="161718" y="208410"/>
                  <a:pt x="104205" y="208410"/>
                </a:cubicBezTo>
                <a:cubicBezTo>
                  <a:pt x="46693" y="208410"/>
                  <a:pt x="0" y="161718"/>
                  <a:pt x="0" y="104205"/>
                </a:cubicBezTo>
                <a:close/>
              </a:path>
            </a:pathLst>
          </a:custGeom>
          <a:solidFill>
            <a:srgbClr val="F8F6F2"/>
          </a:solidFill>
        </p:spPr>
      </p:sp>
      <p:sp>
        <p:nvSpPr>
          <p:cNvPr id="25" name="Text 23"/>
          <p:cNvSpPr/>
          <p:nvPr/>
        </p:nvSpPr>
        <p:spPr>
          <a:xfrm>
            <a:off x="1180991" y="5796410"/>
            <a:ext cx="5236308" cy="277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0" b="1" dirty="0">
                <a:solidFill>
                  <a:srgbClr val="F8F6F2"/>
                </a:solidFill>
                <a:latin typeface="Unna" panose="02040503070705020203" pitchFamily="34" charset="0"/>
                <a:ea typeface="Unna" panose="02040503070705020203" pitchFamily="34" charset="-122"/>
                <a:cs typeface="Unna" panose="02040503070705020203" pitchFamily="34" charset="-120"/>
              </a:rPr>
              <a:t>Stigma Barrier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80991" y="6143761"/>
            <a:ext cx="5210256" cy="5123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30" dirty="0">
                <a:solidFill>
                  <a:srgbClr val="F8F6F2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Social stigma prevents many from seeking professional help, creating a critical gap in mental health care accessibility.</a:t>
            </a:r>
            <a:endParaRPr lang="en-US" sz="1600" dirty="0"/>
          </a:p>
        </p:txBody>
      </p:sp>
      <p:pic>
        <p:nvPicPr>
          <p:cNvPr id="27" name="Image 0" descr="https://kimi-web-img.moonshot.cn/img/thumbs.dreamstime.com/78a48b60b694e3b1606fbc9839c74e53726686be.jpg"/>
          <p:cNvPicPr>
            <a:picLocks noChangeAspect="1"/>
          </p:cNvPicPr>
          <p:nvPr/>
        </p:nvPicPr>
        <p:blipFill>
          <a:blip r:embed="rId1"/>
          <a:srcRect l="19988" r="19988"/>
          <a:stretch>
            <a:fillRect/>
          </a:stretch>
        </p:blipFill>
        <p:spPr>
          <a:xfrm>
            <a:off x="6798028" y="1250462"/>
            <a:ext cx="5053949" cy="5609709"/>
          </a:xfrm>
          <a:prstGeom prst="roundRect">
            <a:avLst>
              <a:gd name="adj" fmla="val 2749"/>
            </a:avLst>
          </a:prstGeom>
        </p:spPr>
      </p:pic>
      <p:sp>
        <p:nvSpPr>
          <p:cNvPr id="28" name="Shape 25"/>
          <p:cNvSpPr/>
          <p:nvPr/>
        </p:nvSpPr>
        <p:spPr>
          <a:xfrm>
            <a:off x="6798028" y="1250462"/>
            <a:ext cx="5053949" cy="5609709"/>
          </a:xfrm>
          <a:custGeom>
            <a:avLst/>
            <a:gdLst/>
            <a:ahLst/>
            <a:cxnLst/>
            <a:rect l="l" t="t" r="r" b="b"/>
            <a:pathLst>
              <a:path w="5053949" h="5609709">
                <a:moveTo>
                  <a:pt x="0" y="0"/>
                </a:moveTo>
                <a:lnTo>
                  <a:pt x="5053949" y="0"/>
                </a:lnTo>
                <a:lnTo>
                  <a:pt x="5053949" y="5609709"/>
                </a:lnTo>
                <a:lnTo>
                  <a:pt x="0" y="5609709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585C45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</p:spPr>
      </p:sp>
      <p:sp>
        <p:nvSpPr>
          <p:cNvPr id="29" name="Shape 26"/>
          <p:cNvSpPr/>
          <p:nvPr/>
        </p:nvSpPr>
        <p:spPr>
          <a:xfrm>
            <a:off x="7075908" y="5275385"/>
            <a:ext cx="4498188" cy="1311248"/>
          </a:xfrm>
          <a:custGeom>
            <a:avLst/>
            <a:gdLst/>
            <a:ahLst/>
            <a:cxnLst/>
            <a:rect l="l" t="t" r="r" b="b"/>
            <a:pathLst>
              <a:path w="4498188" h="1311248">
                <a:moveTo>
                  <a:pt x="104205" y="0"/>
                </a:moveTo>
                <a:lnTo>
                  <a:pt x="4393983" y="0"/>
                </a:lnTo>
                <a:cubicBezTo>
                  <a:pt x="4451534" y="0"/>
                  <a:pt x="4498188" y="46654"/>
                  <a:pt x="4498188" y="104205"/>
                </a:cubicBezTo>
                <a:lnTo>
                  <a:pt x="4498188" y="1207043"/>
                </a:lnTo>
                <a:cubicBezTo>
                  <a:pt x="4498188" y="1264594"/>
                  <a:pt x="4451534" y="1311248"/>
                  <a:pt x="4393983" y="1311248"/>
                </a:cubicBezTo>
                <a:lnTo>
                  <a:pt x="104205" y="1311248"/>
                </a:lnTo>
                <a:cubicBezTo>
                  <a:pt x="46654" y="1311248"/>
                  <a:pt x="0" y="1264594"/>
                  <a:pt x="0" y="1207043"/>
                </a:cubicBezTo>
                <a:lnTo>
                  <a:pt x="0" y="104205"/>
                </a:lnTo>
                <a:cubicBezTo>
                  <a:pt x="0" y="46654"/>
                  <a:pt x="46654" y="0"/>
                  <a:pt x="104205" y="0"/>
                </a:cubicBezTo>
                <a:close/>
              </a:path>
            </a:pathLst>
          </a:custGeom>
          <a:solidFill>
            <a:srgbClr val="F8F6F2">
              <a:alpha val="94902"/>
            </a:srgbClr>
          </a:solidFill>
        </p:spPr>
      </p:sp>
      <p:sp>
        <p:nvSpPr>
          <p:cNvPr id="30" name="Text 27"/>
          <p:cNvSpPr/>
          <p:nvPr/>
        </p:nvSpPr>
        <p:spPr>
          <a:xfrm>
            <a:off x="7284318" y="5483795"/>
            <a:ext cx="4211624" cy="3126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50" b="1" dirty="0">
                <a:solidFill>
                  <a:srgbClr val="585C45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The Gap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7284318" y="5865880"/>
            <a:ext cx="4159521" cy="5123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30" dirty="0">
                <a:solidFill>
                  <a:srgbClr val="3A3A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Millions need help but have nowhere to turn for a quick, private assessment.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A3B1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Our Approach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585C45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Our Solution: ThriveMind</a:t>
            </a:r>
            <a:endParaRPr lang="en-US" sz="1600" dirty="0"/>
          </a:p>
        </p:txBody>
      </p:sp>
      <p:pic>
        <p:nvPicPr>
          <p:cNvPr id="4" name="Image 0" descr="https://kimi-web-img.moonshot.cn/img/www.shutterstock.com/96054f6adab0a67198e578eed2bced5ee783ec9f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371600"/>
            <a:ext cx="4448175" cy="5200650"/>
          </a:xfrm>
          <a:prstGeom prst="roundRect">
            <a:avLst>
              <a:gd name="adj" fmla="val 3426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381000" y="1371600"/>
            <a:ext cx="4448175" cy="5200650"/>
          </a:xfrm>
          <a:custGeom>
            <a:avLst/>
            <a:gdLst/>
            <a:ahLst/>
            <a:cxnLst/>
            <a:rect l="l" t="t" r="r" b="b"/>
            <a:pathLst>
              <a:path w="4448175" h="5200650">
                <a:moveTo>
                  <a:pt x="0" y="0"/>
                </a:moveTo>
                <a:lnTo>
                  <a:pt x="4448175" y="0"/>
                </a:lnTo>
                <a:lnTo>
                  <a:pt x="4448175" y="5200650"/>
                </a:lnTo>
                <a:lnTo>
                  <a:pt x="0" y="52006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A3B18A">
                  <a:alpha val="40000"/>
                </a:srgbClr>
              </a:gs>
              <a:gs pos="100000">
                <a:srgbClr val="D4A373">
                  <a:alpha val="40000"/>
                </a:srgbClr>
              </a:gs>
            </a:gsLst>
            <a:lin ang="2700000" scaled="1"/>
          </a:gradFill>
        </p:spPr>
      </p:sp>
      <p:sp>
        <p:nvSpPr>
          <p:cNvPr id="6" name="Shape 3"/>
          <p:cNvSpPr/>
          <p:nvPr/>
        </p:nvSpPr>
        <p:spPr>
          <a:xfrm>
            <a:off x="1996380" y="3093244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F8F6F2">
              <a:alpha val="94902"/>
            </a:srgbClr>
          </a:solidFill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320230" y="3417094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133945" y="62508"/>
                </a:moveTo>
                <a:cubicBezTo>
                  <a:pt x="133945" y="28017"/>
                  <a:pt x="161962" y="0"/>
                  <a:pt x="196453" y="0"/>
                </a:cubicBezTo>
                <a:lnTo>
                  <a:pt x="223242" y="0"/>
                </a:lnTo>
                <a:cubicBezTo>
                  <a:pt x="242999" y="0"/>
                  <a:pt x="258961" y="15962"/>
                  <a:pt x="258961" y="35719"/>
                </a:cubicBezTo>
                <a:lnTo>
                  <a:pt x="258961" y="535781"/>
                </a:lnTo>
                <a:cubicBezTo>
                  <a:pt x="258961" y="555538"/>
                  <a:pt x="242999" y="571500"/>
                  <a:pt x="223242" y="571500"/>
                </a:cubicBezTo>
                <a:lnTo>
                  <a:pt x="187523" y="571500"/>
                </a:lnTo>
                <a:cubicBezTo>
                  <a:pt x="154260" y="571500"/>
                  <a:pt x="126243" y="548729"/>
                  <a:pt x="118318" y="517922"/>
                </a:cubicBezTo>
                <a:cubicBezTo>
                  <a:pt x="117537" y="517922"/>
                  <a:pt x="116867" y="517922"/>
                  <a:pt x="116086" y="517922"/>
                </a:cubicBezTo>
                <a:cubicBezTo>
                  <a:pt x="66749" y="517922"/>
                  <a:pt x="26789" y="477962"/>
                  <a:pt x="26789" y="428625"/>
                </a:cubicBezTo>
                <a:cubicBezTo>
                  <a:pt x="26789" y="408533"/>
                  <a:pt x="33486" y="390004"/>
                  <a:pt x="44648" y="375047"/>
                </a:cubicBezTo>
                <a:cubicBezTo>
                  <a:pt x="22994" y="358750"/>
                  <a:pt x="8930" y="332854"/>
                  <a:pt x="8930" y="303609"/>
                </a:cubicBezTo>
                <a:cubicBezTo>
                  <a:pt x="8930" y="269118"/>
                  <a:pt x="28575" y="239092"/>
                  <a:pt x="57150" y="224247"/>
                </a:cubicBezTo>
                <a:cubicBezTo>
                  <a:pt x="49225" y="210852"/>
                  <a:pt x="44648" y="195225"/>
                  <a:pt x="44648" y="178594"/>
                </a:cubicBezTo>
                <a:cubicBezTo>
                  <a:pt x="44648" y="129257"/>
                  <a:pt x="84609" y="89297"/>
                  <a:pt x="133945" y="89297"/>
                </a:cubicBezTo>
                <a:lnTo>
                  <a:pt x="133945" y="62508"/>
                </a:lnTo>
                <a:close/>
                <a:moveTo>
                  <a:pt x="437555" y="62508"/>
                </a:moveTo>
                <a:lnTo>
                  <a:pt x="437555" y="89297"/>
                </a:lnTo>
                <a:cubicBezTo>
                  <a:pt x="486891" y="89297"/>
                  <a:pt x="526852" y="129257"/>
                  <a:pt x="526852" y="178594"/>
                </a:cubicBezTo>
                <a:cubicBezTo>
                  <a:pt x="526852" y="195337"/>
                  <a:pt x="522275" y="210964"/>
                  <a:pt x="514350" y="224247"/>
                </a:cubicBezTo>
                <a:cubicBezTo>
                  <a:pt x="543037" y="239092"/>
                  <a:pt x="562570" y="269007"/>
                  <a:pt x="562570" y="303609"/>
                </a:cubicBezTo>
                <a:cubicBezTo>
                  <a:pt x="562570" y="332854"/>
                  <a:pt x="548506" y="358750"/>
                  <a:pt x="526852" y="375047"/>
                </a:cubicBezTo>
                <a:cubicBezTo>
                  <a:pt x="538014" y="390004"/>
                  <a:pt x="544711" y="408533"/>
                  <a:pt x="544711" y="428625"/>
                </a:cubicBezTo>
                <a:cubicBezTo>
                  <a:pt x="544711" y="477962"/>
                  <a:pt x="504751" y="517922"/>
                  <a:pt x="455414" y="517922"/>
                </a:cubicBezTo>
                <a:cubicBezTo>
                  <a:pt x="454633" y="517922"/>
                  <a:pt x="453963" y="517922"/>
                  <a:pt x="453182" y="517922"/>
                </a:cubicBezTo>
                <a:cubicBezTo>
                  <a:pt x="445257" y="548729"/>
                  <a:pt x="417240" y="571500"/>
                  <a:pt x="383977" y="571500"/>
                </a:cubicBezTo>
                <a:lnTo>
                  <a:pt x="348258" y="571500"/>
                </a:lnTo>
                <a:cubicBezTo>
                  <a:pt x="328501" y="571500"/>
                  <a:pt x="312539" y="555538"/>
                  <a:pt x="312539" y="535781"/>
                </a:cubicBezTo>
                <a:lnTo>
                  <a:pt x="312539" y="35719"/>
                </a:lnTo>
                <a:cubicBezTo>
                  <a:pt x="312539" y="15962"/>
                  <a:pt x="328501" y="0"/>
                  <a:pt x="348258" y="0"/>
                </a:cubicBezTo>
                <a:lnTo>
                  <a:pt x="375047" y="0"/>
                </a:lnTo>
                <a:cubicBezTo>
                  <a:pt x="409538" y="0"/>
                  <a:pt x="437555" y="28017"/>
                  <a:pt x="437555" y="62508"/>
                </a:cubicBezTo>
                <a:close/>
              </a:path>
            </a:pathLst>
          </a:custGeom>
          <a:solidFill>
            <a:srgbClr val="585C45"/>
          </a:solidFill>
        </p:spPr>
      </p:sp>
      <p:sp>
        <p:nvSpPr>
          <p:cNvPr id="8" name="Text 5"/>
          <p:cNvSpPr/>
          <p:nvPr/>
        </p:nvSpPr>
        <p:spPr>
          <a:xfrm>
            <a:off x="1612106" y="4464844"/>
            <a:ext cx="1990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8F6F2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ThriveMind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135860" y="1371600"/>
            <a:ext cx="6677025" cy="1781175"/>
          </a:xfrm>
          <a:custGeom>
            <a:avLst/>
            <a:gdLst/>
            <a:ahLst/>
            <a:cxnLst/>
            <a:rect l="l" t="t" r="r" b="b"/>
            <a:pathLst>
              <a:path w="6677025" h="1781175">
                <a:moveTo>
                  <a:pt x="152397" y="0"/>
                </a:moveTo>
                <a:lnTo>
                  <a:pt x="6524628" y="0"/>
                </a:lnTo>
                <a:cubicBezTo>
                  <a:pt x="6608794" y="0"/>
                  <a:pt x="6677025" y="68231"/>
                  <a:pt x="6677025" y="152397"/>
                </a:cubicBezTo>
                <a:lnTo>
                  <a:pt x="6677025" y="1628778"/>
                </a:lnTo>
                <a:cubicBezTo>
                  <a:pt x="6677025" y="1712944"/>
                  <a:pt x="6608794" y="1781175"/>
                  <a:pt x="6524628" y="1781175"/>
                </a:cubicBezTo>
                <a:lnTo>
                  <a:pt x="152397" y="1781175"/>
                </a:lnTo>
                <a:cubicBezTo>
                  <a:pt x="68231" y="1781175"/>
                  <a:pt x="0" y="1712944"/>
                  <a:pt x="0" y="162877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364460" y="1600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A3B18A"/>
          </a:solidFill>
        </p:spPr>
      </p:sp>
      <p:sp>
        <p:nvSpPr>
          <p:cNvPr id="11" name="Shape 8"/>
          <p:cNvSpPr/>
          <p:nvPr/>
        </p:nvSpPr>
        <p:spPr>
          <a:xfrm>
            <a:off x="5493048" y="1762125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96453" y="0"/>
                </a:moveTo>
                <a:cubicBezTo>
                  <a:pt x="196453" y="-9878"/>
                  <a:pt x="188472" y="-17859"/>
                  <a:pt x="178594" y="-17859"/>
                </a:cubicBezTo>
                <a:cubicBezTo>
                  <a:pt x="168715" y="-17859"/>
                  <a:pt x="160734" y="-9878"/>
                  <a:pt x="160734" y="0"/>
                </a:cubicBezTo>
                <a:lnTo>
                  <a:pt x="160734" y="35719"/>
                </a:lnTo>
                <a:lnTo>
                  <a:pt x="107156" y="35719"/>
                </a:lnTo>
                <a:cubicBezTo>
                  <a:pt x="77577" y="35719"/>
                  <a:pt x="53578" y="59717"/>
                  <a:pt x="53578" y="89297"/>
                </a:cubicBezTo>
                <a:lnTo>
                  <a:pt x="53578" y="214313"/>
                </a:lnTo>
                <a:cubicBezTo>
                  <a:pt x="53578" y="243892"/>
                  <a:pt x="77577" y="267891"/>
                  <a:pt x="107156" y="267891"/>
                </a:cubicBezTo>
                <a:lnTo>
                  <a:pt x="250031" y="267891"/>
                </a:lnTo>
                <a:cubicBezTo>
                  <a:pt x="279611" y="267891"/>
                  <a:pt x="303609" y="243892"/>
                  <a:pt x="303609" y="214313"/>
                </a:cubicBezTo>
                <a:lnTo>
                  <a:pt x="303609" y="89297"/>
                </a:lnTo>
                <a:cubicBezTo>
                  <a:pt x="303609" y="59717"/>
                  <a:pt x="279611" y="35719"/>
                  <a:pt x="250031" y="35719"/>
                </a:cubicBezTo>
                <a:lnTo>
                  <a:pt x="196453" y="35719"/>
                </a:lnTo>
                <a:lnTo>
                  <a:pt x="196453" y="0"/>
                </a:lnTo>
                <a:close/>
                <a:moveTo>
                  <a:pt x="89297" y="205383"/>
                </a:moveTo>
                <a:cubicBezTo>
                  <a:pt x="89297" y="197960"/>
                  <a:pt x="95269" y="191988"/>
                  <a:pt x="102691" y="191988"/>
                </a:cubicBezTo>
                <a:lnTo>
                  <a:pt x="120551" y="191988"/>
                </a:lnTo>
                <a:cubicBezTo>
                  <a:pt x="127974" y="191988"/>
                  <a:pt x="133945" y="197960"/>
                  <a:pt x="133945" y="205383"/>
                </a:cubicBezTo>
                <a:cubicBezTo>
                  <a:pt x="133945" y="212806"/>
                  <a:pt x="127974" y="218777"/>
                  <a:pt x="120551" y="218777"/>
                </a:cubicBezTo>
                <a:lnTo>
                  <a:pt x="102691" y="218777"/>
                </a:lnTo>
                <a:cubicBezTo>
                  <a:pt x="95269" y="218777"/>
                  <a:pt x="89297" y="212806"/>
                  <a:pt x="89297" y="205383"/>
                </a:cubicBezTo>
                <a:close/>
                <a:moveTo>
                  <a:pt x="156270" y="205383"/>
                </a:moveTo>
                <a:cubicBezTo>
                  <a:pt x="156270" y="197960"/>
                  <a:pt x="162241" y="191988"/>
                  <a:pt x="169664" y="191988"/>
                </a:cubicBezTo>
                <a:lnTo>
                  <a:pt x="187523" y="191988"/>
                </a:lnTo>
                <a:cubicBezTo>
                  <a:pt x="194946" y="191988"/>
                  <a:pt x="200918" y="197960"/>
                  <a:pt x="200918" y="205383"/>
                </a:cubicBezTo>
                <a:cubicBezTo>
                  <a:pt x="200918" y="212806"/>
                  <a:pt x="194946" y="218777"/>
                  <a:pt x="187523" y="218777"/>
                </a:cubicBezTo>
                <a:lnTo>
                  <a:pt x="169664" y="218777"/>
                </a:lnTo>
                <a:cubicBezTo>
                  <a:pt x="162241" y="218777"/>
                  <a:pt x="156270" y="212806"/>
                  <a:pt x="156270" y="205383"/>
                </a:cubicBezTo>
                <a:close/>
                <a:moveTo>
                  <a:pt x="223242" y="205383"/>
                </a:moveTo>
                <a:cubicBezTo>
                  <a:pt x="223242" y="197960"/>
                  <a:pt x="229214" y="191988"/>
                  <a:pt x="236637" y="191988"/>
                </a:cubicBezTo>
                <a:lnTo>
                  <a:pt x="254496" y="191988"/>
                </a:lnTo>
                <a:cubicBezTo>
                  <a:pt x="261919" y="191988"/>
                  <a:pt x="267891" y="197960"/>
                  <a:pt x="267891" y="205383"/>
                </a:cubicBezTo>
                <a:cubicBezTo>
                  <a:pt x="267891" y="212806"/>
                  <a:pt x="261919" y="218777"/>
                  <a:pt x="254496" y="218777"/>
                </a:cubicBezTo>
                <a:lnTo>
                  <a:pt x="236637" y="218777"/>
                </a:lnTo>
                <a:cubicBezTo>
                  <a:pt x="229214" y="218777"/>
                  <a:pt x="223242" y="212806"/>
                  <a:pt x="223242" y="205383"/>
                </a:cubicBezTo>
                <a:close/>
                <a:moveTo>
                  <a:pt x="125016" y="98227"/>
                </a:moveTo>
                <a:cubicBezTo>
                  <a:pt x="139801" y="98227"/>
                  <a:pt x="151805" y="110230"/>
                  <a:pt x="151805" y="125016"/>
                </a:cubicBezTo>
                <a:cubicBezTo>
                  <a:pt x="151805" y="139801"/>
                  <a:pt x="139801" y="151805"/>
                  <a:pt x="125016" y="151805"/>
                </a:cubicBezTo>
                <a:cubicBezTo>
                  <a:pt x="110230" y="151805"/>
                  <a:pt x="98227" y="139801"/>
                  <a:pt x="98227" y="125016"/>
                </a:cubicBezTo>
                <a:cubicBezTo>
                  <a:pt x="98227" y="110230"/>
                  <a:pt x="110230" y="98227"/>
                  <a:pt x="125016" y="98227"/>
                </a:cubicBezTo>
                <a:close/>
                <a:moveTo>
                  <a:pt x="205383" y="125016"/>
                </a:moveTo>
                <a:cubicBezTo>
                  <a:pt x="205383" y="110230"/>
                  <a:pt x="217387" y="98227"/>
                  <a:pt x="232172" y="98227"/>
                </a:cubicBezTo>
                <a:cubicBezTo>
                  <a:pt x="246957" y="98227"/>
                  <a:pt x="258961" y="110230"/>
                  <a:pt x="258961" y="125016"/>
                </a:cubicBezTo>
                <a:cubicBezTo>
                  <a:pt x="258961" y="139801"/>
                  <a:pt x="246957" y="151805"/>
                  <a:pt x="232172" y="151805"/>
                </a:cubicBezTo>
                <a:cubicBezTo>
                  <a:pt x="217387" y="151805"/>
                  <a:pt x="205383" y="139801"/>
                  <a:pt x="205383" y="125016"/>
                </a:cubicBezTo>
                <a:close/>
                <a:moveTo>
                  <a:pt x="35719" y="125016"/>
                </a:moveTo>
                <a:cubicBezTo>
                  <a:pt x="35719" y="115137"/>
                  <a:pt x="27738" y="107156"/>
                  <a:pt x="17859" y="107156"/>
                </a:cubicBezTo>
                <a:cubicBezTo>
                  <a:pt x="7981" y="107156"/>
                  <a:pt x="0" y="115137"/>
                  <a:pt x="0" y="125016"/>
                </a:cubicBezTo>
                <a:lnTo>
                  <a:pt x="0" y="178594"/>
                </a:lnTo>
                <a:cubicBezTo>
                  <a:pt x="0" y="188472"/>
                  <a:pt x="7981" y="196453"/>
                  <a:pt x="17859" y="196453"/>
                </a:cubicBezTo>
                <a:cubicBezTo>
                  <a:pt x="27738" y="196453"/>
                  <a:pt x="35719" y="188472"/>
                  <a:pt x="35719" y="178594"/>
                </a:cubicBezTo>
                <a:lnTo>
                  <a:pt x="35719" y="125016"/>
                </a:lnTo>
                <a:close/>
                <a:moveTo>
                  <a:pt x="339328" y="107156"/>
                </a:moveTo>
                <a:cubicBezTo>
                  <a:pt x="329450" y="107156"/>
                  <a:pt x="321469" y="115137"/>
                  <a:pt x="321469" y="125016"/>
                </a:cubicBezTo>
                <a:lnTo>
                  <a:pt x="321469" y="178594"/>
                </a:lnTo>
                <a:cubicBezTo>
                  <a:pt x="321469" y="188472"/>
                  <a:pt x="329450" y="196453"/>
                  <a:pt x="339328" y="196453"/>
                </a:cubicBezTo>
                <a:cubicBezTo>
                  <a:pt x="349207" y="196453"/>
                  <a:pt x="357188" y="188472"/>
                  <a:pt x="357188" y="178594"/>
                </a:cubicBezTo>
                <a:lnTo>
                  <a:pt x="357188" y="125016"/>
                </a:lnTo>
                <a:cubicBezTo>
                  <a:pt x="357188" y="115137"/>
                  <a:pt x="349207" y="107156"/>
                  <a:pt x="339328" y="107156"/>
                </a:cubicBezTo>
                <a:close/>
              </a:path>
            </a:pathLst>
          </a:custGeom>
          <a:solidFill>
            <a:srgbClr val="F8F6F2"/>
          </a:solidFill>
        </p:spPr>
      </p:sp>
      <p:sp>
        <p:nvSpPr>
          <p:cNvPr id="12" name="Text 9"/>
          <p:cNvSpPr/>
          <p:nvPr/>
        </p:nvSpPr>
        <p:spPr>
          <a:xfrm>
            <a:off x="6126460" y="1600200"/>
            <a:ext cx="29051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585C45"/>
                </a:solidFill>
                <a:latin typeface="Unna" panose="02040503070705020203" pitchFamily="34" charset="0"/>
                <a:ea typeface="Unna" panose="02040503070705020203" pitchFamily="34" charset="-122"/>
                <a:cs typeface="Unna" panose="02040503070705020203" pitchFamily="34" charset="-120"/>
              </a:rPr>
              <a:t>AI-Powered Assessment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126460" y="1943100"/>
            <a:ext cx="2847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A3B1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Intelligent Mental Health Checker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364460" y="2362200"/>
            <a:ext cx="6305550" cy="561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A3A3A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ThriveMind leverages advanced AI to provide instant, accurate mental health assessments through a simple, conversational interface.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145385" y="3348038"/>
            <a:ext cx="2105025" cy="1924050"/>
          </a:xfrm>
          <a:custGeom>
            <a:avLst/>
            <a:gdLst/>
            <a:ahLst/>
            <a:cxnLst/>
            <a:rect l="l" t="t" r="r" b="b"/>
            <a:pathLst>
              <a:path w="2105025" h="1924050">
                <a:moveTo>
                  <a:pt x="114308" y="0"/>
                </a:moveTo>
                <a:lnTo>
                  <a:pt x="1990717" y="0"/>
                </a:lnTo>
                <a:cubicBezTo>
                  <a:pt x="2053848" y="0"/>
                  <a:pt x="2105025" y="51177"/>
                  <a:pt x="2105025" y="114308"/>
                </a:cubicBezTo>
                <a:lnTo>
                  <a:pt x="2105025" y="1809742"/>
                </a:lnTo>
                <a:cubicBezTo>
                  <a:pt x="2105025" y="1872873"/>
                  <a:pt x="2053848" y="1924050"/>
                  <a:pt x="1990717" y="1924050"/>
                </a:cubicBezTo>
                <a:lnTo>
                  <a:pt x="114308" y="1924050"/>
                </a:lnTo>
                <a:cubicBezTo>
                  <a:pt x="51177" y="1924050"/>
                  <a:pt x="0" y="1872873"/>
                  <a:pt x="0" y="1809742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A3B18A">
              <a:alpha val="10196"/>
            </a:srgbClr>
          </a:solidFill>
          <a:ln w="25400">
            <a:solidFill>
              <a:srgbClr val="A3B18A">
                <a:alpha val="30196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30801" y="354806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A3B18A"/>
          </a:solidFill>
        </p:spPr>
      </p:sp>
      <p:sp>
        <p:nvSpPr>
          <p:cNvPr id="17" name="Shape 14"/>
          <p:cNvSpPr/>
          <p:nvPr/>
        </p:nvSpPr>
        <p:spPr>
          <a:xfrm>
            <a:off x="6083201" y="370046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32147"/>
                </a:moveTo>
                <a:cubicBezTo>
                  <a:pt x="0" y="26253"/>
                  <a:pt x="4777" y="21431"/>
                  <a:pt x="10716" y="21431"/>
                </a:cubicBezTo>
                <a:lnTo>
                  <a:pt x="32147" y="21431"/>
                </a:lnTo>
                <a:cubicBezTo>
                  <a:pt x="38085" y="21431"/>
                  <a:pt x="42863" y="26209"/>
                  <a:pt x="42863" y="32147"/>
                </a:cubicBezTo>
                <a:lnTo>
                  <a:pt x="42863" y="78581"/>
                </a:lnTo>
                <a:lnTo>
                  <a:pt x="53578" y="78581"/>
                </a:lnTo>
                <a:cubicBezTo>
                  <a:pt x="59516" y="78581"/>
                  <a:pt x="64294" y="83359"/>
                  <a:pt x="64294" y="89297"/>
                </a:cubicBezTo>
                <a:cubicBezTo>
                  <a:pt x="64294" y="95235"/>
                  <a:pt x="59516" y="100013"/>
                  <a:pt x="53578" y="100013"/>
                </a:cubicBezTo>
                <a:lnTo>
                  <a:pt x="10716" y="100013"/>
                </a:lnTo>
                <a:cubicBezTo>
                  <a:pt x="4777" y="100013"/>
                  <a:pt x="0" y="95235"/>
                  <a:pt x="0" y="89297"/>
                </a:cubicBezTo>
                <a:cubicBezTo>
                  <a:pt x="0" y="83359"/>
                  <a:pt x="4777" y="78581"/>
                  <a:pt x="10716" y="78581"/>
                </a:cubicBezTo>
                <a:lnTo>
                  <a:pt x="21431" y="78581"/>
                </a:lnTo>
                <a:lnTo>
                  <a:pt x="21431" y="42863"/>
                </a:lnTo>
                <a:lnTo>
                  <a:pt x="10716" y="42863"/>
                </a:lnTo>
                <a:cubicBezTo>
                  <a:pt x="4777" y="42863"/>
                  <a:pt x="0" y="38085"/>
                  <a:pt x="0" y="32147"/>
                </a:cubicBezTo>
                <a:close/>
                <a:moveTo>
                  <a:pt x="13573" y="134481"/>
                </a:moveTo>
                <a:cubicBezTo>
                  <a:pt x="18663" y="130641"/>
                  <a:pt x="24869" y="128588"/>
                  <a:pt x="31254" y="128588"/>
                </a:cubicBezTo>
                <a:lnTo>
                  <a:pt x="33442" y="128588"/>
                </a:lnTo>
                <a:cubicBezTo>
                  <a:pt x="48488" y="128588"/>
                  <a:pt x="60722" y="140821"/>
                  <a:pt x="60722" y="155868"/>
                </a:cubicBezTo>
                <a:cubicBezTo>
                  <a:pt x="60722" y="164619"/>
                  <a:pt x="56525" y="172789"/>
                  <a:pt x="49470" y="177924"/>
                </a:cubicBezTo>
                <a:lnTo>
                  <a:pt x="38755" y="185738"/>
                </a:lnTo>
                <a:lnTo>
                  <a:pt x="53578" y="185738"/>
                </a:lnTo>
                <a:cubicBezTo>
                  <a:pt x="59516" y="185738"/>
                  <a:pt x="64294" y="190515"/>
                  <a:pt x="64294" y="196453"/>
                </a:cubicBezTo>
                <a:cubicBezTo>
                  <a:pt x="64294" y="202391"/>
                  <a:pt x="59516" y="207169"/>
                  <a:pt x="53578" y="207169"/>
                </a:cubicBezTo>
                <a:lnTo>
                  <a:pt x="13082" y="207169"/>
                </a:lnTo>
                <a:cubicBezTo>
                  <a:pt x="5849" y="207169"/>
                  <a:pt x="0" y="201320"/>
                  <a:pt x="0" y="194087"/>
                </a:cubicBezTo>
                <a:cubicBezTo>
                  <a:pt x="0" y="189890"/>
                  <a:pt x="2009" y="185961"/>
                  <a:pt x="5402" y="183505"/>
                </a:cubicBezTo>
                <a:lnTo>
                  <a:pt x="36880" y="160600"/>
                </a:lnTo>
                <a:cubicBezTo>
                  <a:pt x="38398" y="159484"/>
                  <a:pt x="39291" y="157743"/>
                  <a:pt x="39291" y="155868"/>
                </a:cubicBezTo>
                <a:cubicBezTo>
                  <a:pt x="39291" y="152653"/>
                  <a:pt x="36656" y="150019"/>
                  <a:pt x="33442" y="150019"/>
                </a:cubicBezTo>
                <a:lnTo>
                  <a:pt x="31254" y="150019"/>
                </a:lnTo>
                <a:cubicBezTo>
                  <a:pt x="29513" y="150019"/>
                  <a:pt x="27816" y="150599"/>
                  <a:pt x="26432" y="151626"/>
                </a:cubicBezTo>
                <a:lnTo>
                  <a:pt x="17145" y="158591"/>
                </a:lnTo>
                <a:cubicBezTo>
                  <a:pt x="12412" y="162163"/>
                  <a:pt x="5715" y="161181"/>
                  <a:pt x="2143" y="156448"/>
                </a:cubicBezTo>
                <a:cubicBezTo>
                  <a:pt x="-1429" y="151715"/>
                  <a:pt x="-446" y="145018"/>
                  <a:pt x="4286" y="141446"/>
                </a:cubicBezTo>
                <a:lnTo>
                  <a:pt x="13573" y="134481"/>
                </a:lnTo>
                <a:close/>
                <a:moveTo>
                  <a:pt x="100013" y="28575"/>
                </a:moveTo>
                <a:lnTo>
                  <a:pt x="214313" y="28575"/>
                </a:lnTo>
                <a:cubicBezTo>
                  <a:pt x="222215" y="28575"/>
                  <a:pt x="228600" y="34960"/>
                  <a:pt x="228600" y="42863"/>
                </a:cubicBezTo>
                <a:cubicBezTo>
                  <a:pt x="228600" y="50765"/>
                  <a:pt x="222215" y="57150"/>
                  <a:pt x="214313" y="57150"/>
                </a:cubicBezTo>
                <a:lnTo>
                  <a:pt x="100013" y="57150"/>
                </a:lnTo>
                <a:cubicBezTo>
                  <a:pt x="92110" y="57150"/>
                  <a:pt x="85725" y="50765"/>
                  <a:pt x="85725" y="42863"/>
                </a:cubicBezTo>
                <a:cubicBezTo>
                  <a:pt x="85725" y="34960"/>
                  <a:pt x="92110" y="28575"/>
                  <a:pt x="100013" y="28575"/>
                </a:cubicBezTo>
                <a:close/>
                <a:moveTo>
                  <a:pt x="100013" y="100013"/>
                </a:move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100013" y="128588"/>
                </a:lnTo>
                <a:cubicBezTo>
                  <a:pt x="92110" y="128588"/>
                  <a:pt x="85725" y="122203"/>
                  <a:pt x="85725" y="114300"/>
                </a:cubicBezTo>
                <a:cubicBezTo>
                  <a:pt x="85725" y="106397"/>
                  <a:pt x="92110" y="100013"/>
                  <a:pt x="100013" y="100013"/>
                </a:cubicBezTo>
                <a:close/>
                <a:moveTo>
                  <a:pt x="100013" y="171450"/>
                </a:moveTo>
                <a:lnTo>
                  <a:pt x="214313" y="171450"/>
                </a:lnTo>
                <a:cubicBezTo>
                  <a:pt x="222215" y="171450"/>
                  <a:pt x="228600" y="177835"/>
                  <a:pt x="228600" y="185738"/>
                </a:cubicBezTo>
                <a:cubicBezTo>
                  <a:pt x="228600" y="193640"/>
                  <a:pt x="222215" y="200025"/>
                  <a:pt x="214313" y="200025"/>
                </a:cubicBezTo>
                <a:lnTo>
                  <a:pt x="100013" y="200025"/>
                </a:lnTo>
                <a:cubicBezTo>
                  <a:pt x="92110" y="200025"/>
                  <a:pt x="85725" y="193640"/>
                  <a:pt x="85725" y="185738"/>
                </a:cubicBezTo>
                <a:cubicBezTo>
                  <a:pt x="85725" y="177835"/>
                  <a:pt x="92110" y="171450"/>
                  <a:pt x="100013" y="171450"/>
                </a:cubicBezTo>
                <a:close/>
              </a:path>
            </a:pathLst>
          </a:custGeom>
          <a:solidFill>
            <a:srgbClr val="F8F6F2"/>
          </a:solidFill>
        </p:spPr>
      </p:sp>
      <p:sp>
        <p:nvSpPr>
          <p:cNvPr id="18" name="Text 15"/>
          <p:cNvSpPr/>
          <p:nvPr/>
        </p:nvSpPr>
        <p:spPr>
          <a:xfrm>
            <a:off x="5259685" y="4195763"/>
            <a:ext cx="18764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585C45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10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307310" y="4614863"/>
            <a:ext cx="17811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A3A3A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Scientifically Designed Questions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421166" y="3348038"/>
            <a:ext cx="2105025" cy="1924050"/>
          </a:xfrm>
          <a:custGeom>
            <a:avLst/>
            <a:gdLst/>
            <a:ahLst/>
            <a:cxnLst/>
            <a:rect l="l" t="t" r="r" b="b"/>
            <a:pathLst>
              <a:path w="2105025" h="1924050">
                <a:moveTo>
                  <a:pt x="114308" y="0"/>
                </a:moveTo>
                <a:lnTo>
                  <a:pt x="1990717" y="0"/>
                </a:lnTo>
                <a:cubicBezTo>
                  <a:pt x="2053848" y="0"/>
                  <a:pt x="2105025" y="51177"/>
                  <a:pt x="2105025" y="114308"/>
                </a:cubicBezTo>
                <a:lnTo>
                  <a:pt x="2105025" y="1809742"/>
                </a:lnTo>
                <a:cubicBezTo>
                  <a:pt x="2105025" y="1872873"/>
                  <a:pt x="2053848" y="1924050"/>
                  <a:pt x="1990717" y="1924050"/>
                </a:cubicBezTo>
                <a:lnTo>
                  <a:pt x="114308" y="1924050"/>
                </a:lnTo>
                <a:cubicBezTo>
                  <a:pt x="51177" y="1924050"/>
                  <a:pt x="0" y="1872873"/>
                  <a:pt x="0" y="1809742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254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206680" y="354806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22" name="Shape 19"/>
          <p:cNvSpPr/>
          <p:nvPr/>
        </p:nvSpPr>
        <p:spPr>
          <a:xfrm>
            <a:off x="8373368" y="3700463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51269" y="-4420"/>
                </a:moveTo>
                <a:cubicBezTo>
                  <a:pt x="156582" y="-580"/>
                  <a:pt x="158547" y="6385"/>
                  <a:pt x="156136" y="12457"/>
                </a:cubicBezTo>
                <a:lnTo>
                  <a:pt x="121131" y="100013"/>
                </a:lnTo>
                <a:lnTo>
                  <a:pt x="185738" y="100013"/>
                </a:lnTo>
                <a:cubicBezTo>
                  <a:pt x="191765" y="100013"/>
                  <a:pt x="197123" y="103763"/>
                  <a:pt x="199177" y="109433"/>
                </a:cubicBezTo>
                <a:cubicBezTo>
                  <a:pt x="201231" y="115104"/>
                  <a:pt x="199489" y="121444"/>
                  <a:pt x="194890" y="125284"/>
                </a:cubicBezTo>
                <a:lnTo>
                  <a:pt x="66303" y="232440"/>
                </a:lnTo>
                <a:cubicBezTo>
                  <a:pt x="61258" y="236637"/>
                  <a:pt x="54069" y="236860"/>
                  <a:pt x="48756" y="233020"/>
                </a:cubicBezTo>
                <a:cubicBezTo>
                  <a:pt x="43443" y="229180"/>
                  <a:pt x="41478" y="222215"/>
                  <a:pt x="43889" y="216143"/>
                </a:cubicBezTo>
                <a:lnTo>
                  <a:pt x="78894" y="128588"/>
                </a:lnTo>
                <a:lnTo>
                  <a:pt x="14288" y="128588"/>
                </a:lnTo>
                <a:cubicBezTo>
                  <a:pt x="8260" y="128588"/>
                  <a:pt x="2902" y="124837"/>
                  <a:pt x="848" y="119167"/>
                </a:cubicBezTo>
                <a:cubicBezTo>
                  <a:pt x="-1206" y="113496"/>
                  <a:pt x="536" y="107156"/>
                  <a:pt x="5135" y="103316"/>
                </a:cubicBezTo>
                <a:lnTo>
                  <a:pt x="133722" y="-3840"/>
                </a:lnTo>
                <a:cubicBezTo>
                  <a:pt x="138767" y="-8037"/>
                  <a:pt x="145956" y="-8260"/>
                  <a:pt x="151269" y="-4420"/>
                </a:cubicBezTo>
                <a:close/>
              </a:path>
            </a:pathLst>
          </a:custGeom>
          <a:solidFill>
            <a:srgbClr val="F8F6F2"/>
          </a:solidFill>
        </p:spPr>
      </p:sp>
      <p:sp>
        <p:nvSpPr>
          <p:cNvPr id="23" name="Text 20"/>
          <p:cNvSpPr/>
          <p:nvPr/>
        </p:nvSpPr>
        <p:spPr>
          <a:xfrm>
            <a:off x="7535466" y="4195763"/>
            <a:ext cx="18764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585C45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100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583091" y="4614863"/>
            <a:ext cx="17811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A3A3A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Instant Score Out of 100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9697045" y="3348038"/>
            <a:ext cx="2105025" cy="1924050"/>
          </a:xfrm>
          <a:custGeom>
            <a:avLst/>
            <a:gdLst/>
            <a:ahLst/>
            <a:cxnLst/>
            <a:rect l="l" t="t" r="r" b="b"/>
            <a:pathLst>
              <a:path w="2105025" h="1924050">
                <a:moveTo>
                  <a:pt x="114308" y="0"/>
                </a:moveTo>
                <a:lnTo>
                  <a:pt x="1990717" y="0"/>
                </a:lnTo>
                <a:cubicBezTo>
                  <a:pt x="2053848" y="0"/>
                  <a:pt x="2105025" y="51177"/>
                  <a:pt x="2105025" y="114308"/>
                </a:cubicBezTo>
                <a:lnTo>
                  <a:pt x="2105025" y="1809742"/>
                </a:lnTo>
                <a:cubicBezTo>
                  <a:pt x="2105025" y="1872873"/>
                  <a:pt x="2053848" y="1924050"/>
                  <a:pt x="1990717" y="1924050"/>
                </a:cubicBezTo>
                <a:lnTo>
                  <a:pt x="114308" y="1924050"/>
                </a:lnTo>
                <a:cubicBezTo>
                  <a:pt x="51177" y="1924050"/>
                  <a:pt x="0" y="1872873"/>
                  <a:pt x="0" y="1809742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585C45">
              <a:alpha val="10196"/>
            </a:srgbClr>
          </a:solidFill>
          <a:ln w="25400">
            <a:solidFill>
              <a:srgbClr val="585C45">
                <a:alpha val="30196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482461" y="354806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585C45"/>
          </a:solidFill>
        </p:spPr>
      </p:sp>
      <p:sp>
        <p:nvSpPr>
          <p:cNvPr id="27" name="Shape 24"/>
          <p:cNvSpPr/>
          <p:nvPr/>
        </p:nvSpPr>
        <p:spPr>
          <a:xfrm>
            <a:off x="10663436" y="3700463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F8F6F2"/>
          </a:solidFill>
        </p:spPr>
      </p:sp>
      <p:sp>
        <p:nvSpPr>
          <p:cNvPr id="28" name="Text 25"/>
          <p:cNvSpPr/>
          <p:nvPr/>
        </p:nvSpPr>
        <p:spPr>
          <a:xfrm>
            <a:off x="9811345" y="4195763"/>
            <a:ext cx="18764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585C45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AI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9858970" y="4614863"/>
            <a:ext cx="17811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A3A3A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Personalized Suggestions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135860" y="5472113"/>
            <a:ext cx="6677025" cy="1095375"/>
          </a:xfrm>
          <a:custGeom>
            <a:avLst/>
            <a:gdLst/>
            <a:ahLst/>
            <a:cxnLst/>
            <a:rect l="l" t="t" r="r" b="b"/>
            <a:pathLst>
              <a:path w="6677025" h="1095375">
                <a:moveTo>
                  <a:pt x="152400" y="0"/>
                </a:moveTo>
                <a:lnTo>
                  <a:pt x="6524625" y="0"/>
                </a:lnTo>
                <a:cubicBezTo>
                  <a:pt x="6608793" y="0"/>
                  <a:pt x="6677025" y="68232"/>
                  <a:pt x="6677025" y="152400"/>
                </a:cubicBezTo>
                <a:lnTo>
                  <a:pt x="6677025" y="942975"/>
                </a:lnTo>
                <a:cubicBezTo>
                  <a:pt x="6677025" y="1027143"/>
                  <a:pt x="6608793" y="1095375"/>
                  <a:pt x="6524625" y="1095375"/>
                </a:cubicBezTo>
                <a:lnTo>
                  <a:pt x="152400" y="1095375"/>
                </a:lnTo>
                <a:cubicBezTo>
                  <a:pt x="68232" y="1095375"/>
                  <a:pt x="0" y="1027143"/>
                  <a:pt x="0" y="942975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flip="none" rotWithShape="1">
            <a:gsLst>
              <a:gs pos="0">
                <a:srgbClr val="A3B18A"/>
              </a:gs>
              <a:gs pos="100000">
                <a:srgbClr val="D4A373"/>
              </a:gs>
            </a:gsLst>
            <a:lin ang="0" scaled="1"/>
          </a:gra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5364460" y="5700713"/>
            <a:ext cx="6315075" cy="638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F8F6F2"/>
                </a:solidFill>
                <a:latin typeface="Unna" panose="02040503070705020203" pitchFamily="34" charset="0"/>
                <a:ea typeface="Unna" panose="02040503070705020203" pitchFamily="34" charset="-122"/>
                <a:cs typeface="Unna" panose="02040503070705020203" pitchFamily="34" charset="-120"/>
              </a:rPr>
              <a:t>Our Mission:</a:t>
            </a:r>
            <a:r>
              <a:rPr lang="en-US" sz="1500" dirty="0">
                <a:solidFill>
                  <a:srgbClr val="F8F6F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Make mental health assessment accessible, private, and stigma-free for everyone, everywhere.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A3B1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User Journey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585C45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How ThriveMind Works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3019425"/>
            <a:ext cx="11430000" cy="38100"/>
          </a:xfrm>
          <a:custGeom>
            <a:avLst/>
            <a:gdLst/>
            <a:ahLst/>
            <a:cxnLst/>
            <a:rect l="l" t="t" r="r" b="b"/>
            <a:pathLst>
              <a:path w="11430000" h="38100">
                <a:moveTo>
                  <a:pt x="0" y="0"/>
                </a:moveTo>
                <a:lnTo>
                  <a:pt x="11430000" y="0"/>
                </a:lnTo>
                <a:lnTo>
                  <a:pt x="11430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A3B18A">
              <a:alpha val="30196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1209675" y="1971675"/>
            <a:ext cx="1028700" cy="1028700"/>
          </a:xfrm>
          <a:custGeom>
            <a:avLst/>
            <a:gdLst/>
            <a:ahLst/>
            <a:cxnLst/>
            <a:rect l="l" t="t" r="r" b="b"/>
            <a:pathLst>
              <a:path w="1028700" h="1028700">
                <a:moveTo>
                  <a:pt x="514350" y="0"/>
                </a:moveTo>
                <a:lnTo>
                  <a:pt x="514350" y="0"/>
                </a:lnTo>
                <a:cubicBezTo>
                  <a:pt x="798227" y="0"/>
                  <a:pt x="1028700" y="230473"/>
                  <a:pt x="1028700" y="514350"/>
                </a:cubicBezTo>
                <a:lnTo>
                  <a:pt x="1028700" y="514350"/>
                </a:lnTo>
                <a:cubicBezTo>
                  <a:pt x="1028700" y="798227"/>
                  <a:pt x="798227" y="1028700"/>
                  <a:pt x="514350" y="1028700"/>
                </a:cubicBezTo>
                <a:lnTo>
                  <a:pt x="514350" y="1028700"/>
                </a:lnTo>
                <a:cubicBezTo>
                  <a:pt x="230473" y="1028700"/>
                  <a:pt x="0" y="798227"/>
                  <a:pt x="0" y="514350"/>
                </a:cubicBezTo>
                <a:lnTo>
                  <a:pt x="0" y="514350"/>
                </a:lnTo>
                <a:cubicBezTo>
                  <a:pt x="0" y="230473"/>
                  <a:pt x="230473" y="0"/>
                  <a:pt x="514350" y="0"/>
                </a:cubicBezTo>
                <a:close/>
              </a:path>
            </a:pathLst>
          </a:custGeom>
          <a:solidFill>
            <a:srgbClr val="A3B18A"/>
          </a:solidFill>
          <a:ln w="50800">
            <a:solidFill>
              <a:srgbClr val="F8F6F2"/>
            </a:solidFill>
            <a:prstDash val="solid"/>
          </a:ln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24000" y="2257425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200025" y="221456"/>
                </a:moveTo>
                <a:cubicBezTo>
                  <a:pt x="259166" y="221456"/>
                  <a:pt x="307181" y="173441"/>
                  <a:pt x="307181" y="114300"/>
                </a:cubicBezTo>
                <a:cubicBezTo>
                  <a:pt x="307181" y="55159"/>
                  <a:pt x="259166" y="7144"/>
                  <a:pt x="200025" y="7144"/>
                </a:cubicBezTo>
                <a:cubicBezTo>
                  <a:pt x="140884" y="7144"/>
                  <a:pt x="92869" y="55159"/>
                  <a:pt x="92869" y="114300"/>
                </a:cubicBezTo>
                <a:cubicBezTo>
                  <a:pt x="92869" y="173441"/>
                  <a:pt x="140884" y="221456"/>
                  <a:pt x="200025" y="221456"/>
                </a:cubicBezTo>
                <a:close/>
                <a:moveTo>
                  <a:pt x="173504" y="271463"/>
                </a:moveTo>
                <a:cubicBezTo>
                  <a:pt x="85546" y="271463"/>
                  <a:pt x="14288" y="342721"/>
                  <a:pt x="14288" y="430679"/>
                </a:cubicBezTo>
                <a:cubicBezTo>
                  <a:pt x="14288" y="445324"/>
                  <a:pt x="26164" y="457200"/>
                  <a:pt x="40809" y="457200"/>
                </a:cubicBezTo>
                <a:lnTo>
                  <a:pt x="359241" y="457200"/>
                </a:lnTo>
                <a:cubicBezTo>
                  <a:pt x="373886" y="457200"/>
                  <a:pt x="385763" y="445324"/>
                  <a:pt x="385763" y="430679"/>
                </a:cubicBezTo>
                <a:cubicBezTo>
                  <a:pt x="385763" y="342721"/>
                  <a:pt x="314504" y="271463"/>
                  <a:pt x="226546" y="271463"/>
                </a:cubicBezTo>
                <a:lnTo>
                  <a:pt x="173504" y="271463"/>
                </a:lnTo>
                <a:close/>
              </a:path>
            </a:pathLst>
          </a:custGeom>
          <a:solidFill>
            <a:srgbClr val="F8F6F2"/>
          </a:solidFill>
        </p:spPr>
      </p:sp>
      <p:sp>
        <p:nvSpPr>
          <p:cNvPr id="7" name="Shape 5"/>
          <p:cNvSpPr/>
          <p:nvPr/>
        </p:nvSpPr>
        <p:spPr>
          <a:xfrm>
            <a:off x="1533525" y="27527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4A373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43955" y="2809875"/>
            <a:ext cx="161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8F6F2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3850" y="3248025"/>
            <a:ext cx="28003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585C45"/>
                </a:solidFill>
                <a:latin typeface="Unna" panose="02040503070705020203" pitchFamily="34" charset="0"/>
                <a:ea typeface="Unna" panose="02040503070705020203" pitchFamily="34" charset="-122"/>
                <a:cs typeface="Unna" panose="02040503070705020203" pitchFamily="34" charset="-120"/>
              </a:rPr>
              <a:t>User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2900" y="3629025"/>
            <a:ext cx="27622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3A3A3A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Anyone seeking a quick mental health check visits our platform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24325" y="1971675"/>
            <a:ext cx="1028700" cy="1028700"/>
          </a:xfrm>
          <a:custGeom>
            <a:avLst/>
            <a:gdLst/>
            <a:ahLst/>
            <a:cxnLst/>
            <a:rect l="l" t="t" r="r" b="b"/>
            <a:pathLst>
              <a:path w="1028700" h="1028700">
                <a:moveTo>
                  <a:pt x="514350" y="0"/>
                </a:moveTo>
                <a:lnTo>
                  <a:pt x="514350" y="0"/>
                </a:lnTo>
                <a:cubicBezTo>
                  <a:pt x="798227" y="0"/>
                  <a:pt x="1028700" y="230473"/>
                  <a:pt x="1028700" y="514350"/>
                </a:cubicBezTo>
                <a:lnTo>
                  <a:pt x="1028700" y="514350"/>
                </a:lnTo>
                <a:cubicBezTo>
                  <a:pt x="1028700" y="798227"/>
                  <a:pt x="798227" y="1028700"/>
                  <a:pt x="514350" y="1028700"/>
                </a:cubicBezTo>
                <a:lnTo>
                  <a:pt x="514350" y="1028700"/>
                </a:lnTo>
                <a:cubicBezTo>
                  <a:pt x="230473" y="1028700"/>
                  <a:pt x="0" y="798227"/>
                  <a:pt x="0" y="514350"/>
                </a:cubicBezTo>
                <a:lnTo>
                  <a:pt x="0" y="514350"/>
                </a:lnTo>
                <a:cubicBezTo>
                  <a:pt x="0" y="230473"/>
                  <a:pt x="230473" y="0"/>
                  <a:pt x="514350" y="0"/>
                </a:cubicBezTo>
                <a:close/>
              </a:path>
            </a:pathLst>
          </a:custGeom>
          <a:solidFill>
            <a:srgbClr val="D4A373"/>
          </a:solidFill>
          <a:ln w="50800">
            <a:solidFill>
              <a:srgbClr val="F8F6F2"/>
            </a:solidFill>
            <a:prstDash val="solid"/>
          </a:ln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67225" y="2257425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78070" y="28575"/>
                </a:moveTo>
                <a:lnTo>
                  <a:pt x="285750" y="28575"/>
                </a:lnTo>
                <a:cubicBezTo>
                  <a:pt x="317272" y="28575"/>
                  <a:pt x="342900" y="54203"/>
                  <a:pt x="342900" y="85725"/>
                </a:cubicBezTo>
                <a:lnTo>
                  <a:pt x="342900" y="400050"/>
                </a:lnTo>
                <a:cubicBezTo>
                  <a:pt x="342900" y="431572"/>
                  <a:pt x="317272" y="457200"/>
                  <a:pt x="285750" y="457200"/>
                </a:cubicBezTo>
                <a:lnTo>
                  <a:pt x="57150" y="457200"/>
                </a:lnTo>
                <a:cubicBezTo>
                  <a:pt x="25628" y="457200"/>
                  <a:pt x="0" y="431572"/>
                  <a:pt x="0" y="400050"/>
                </a:cubicBezTo>
                <a:lnTo>
                  <a:pt x="0" y="85725"/>
                </a:lnTo>
                <a:cubicBezTo>
                  <a:pt x="0" y="54203"/>
                  <a:pt x="25628" y="28575"/>
                  <a:pt x="57150" y="28575"/>
                </a:cubicBezTo>
                <a:lnTo>
                  <a:pt x="64830" y="28575"/>
                </a:lnTo>
                <a:cubicBezTo>
                  <a:pt x="74652" y="11519"/>
                  <a:pt x="93137" y="0"/>
                  <a:pt x="114300" y="0"/>
                </a:cubicBezTo>
                <a:lnTo>
                  <a:pt x="228600" y="0"/>
                </a:lnTo>
                <a:cubicBezTo>
                  <a:pt x="249763" y="0"/>
                  <a:pt x="268248" y="11519"/>
                  <a:pt x="278070" y="28575"/>
                </a:cubicBezTo>
                <a:close/>
                <a:moveTo>
                  <a:pt x="221456" y="100013"/>
                </a:moveTo>
                <a:cubicBezTo>
                  <a:pt x="233333" y="100013"/>
                  <a:pt x="242888" y="90458"/>
                  <a:pt x="242888" y="78581"/>
                </a:cubicBezTo>
                <a:cubicBezTo>
                  <a:pt x="242888" y="66705"/>
                  <a:pt x="233333" y="57150"/>
                  <a:pt x="221456" y="57150"/>
                </a:cubicBezTo>
                <a:lnTo>
                  <a:pt x="121444" y="57150"/>
                </a:lnTo>
                <a:cubicBezTo>
                  <a:pt x="109567" y="57150"/>
                  <a:pt x="100013" y="66705"/>
                  <a:pt x="100013" y="78581"/>
                </a:cubicBezTo>
                <a:cubicBezTo>
                  <a:pt x="100013" y="90458"/>
                  <a:pt x="109567" y="100013"/>
                  <a:pt x="121444" y="100013"/>
                </a:cubicBezTo>
                <a:lnTo>
                  <a:pt x="221456" y="100013"/>
                </a:lnTo>
                <a:close/>
                <a:moveTo>
                  <a:pt x="114300" y="228600"/>
                </a:moveTo>
                <a:cubicBezTo>
                  <a:pt x="114300" y="212829"/>
                  <a:pt x="101496" y="200025"/>
                  <a:pt x="85725" y="200025"/>
                </a:cubicBezTo>
                <a:cubicBezTo>
                  <a:pt x="69954" y="200025"/>
                  <a:pt x="57150" y="212829"/>
                  <a:pt x="57150" y="228600"/>
                </a:cubicBezTo>
                <a:cubicBezTo>
                  <a:pt x="57150" y="244371"/>
                  <a:pt x="69954" y="257175"/>
                  <a:pt x="85725" y="257175"/>
                </a:cubicBezTo>
                <a:cubicBezTo>
                  <a:pt x="101496" y="257175"/>
                  <a:pt x="114300" y="244371"/>
                  <a:pt x="114300" y="228600"/>
                </a:cubicBezTo>
                <a:close/>
                <a:moveTo>
                  <a:pt x="142875" y="228600"/>
                </a:moveTo>
                <a:cubicBezTo>
                  <a:pt x="142875" y="240476"/>
                  <a:pt x="152430" y="250031"/>
                  <a:pt x="164306" y="250031"/>
                </a:cubicBezTo>
                <a:lnTo>
                  <a:pt x="264319" y="250031"/>
                </a:lnTo>
                <a:cubicBezTo>
                  <a:pt x="276195" y="250031"/>
                  <a:pt x="285750" y="240476"/>
                  <a:pt x="285750" y="228600"/>
                </a:cubicBezTo>
                <a:cubicBezTo>
                  <a:pt x="285750" y="216724"/>
                  <a:pt x="276195" y="207169"/>
                  <a:pt x="264319" y="207169"/>
                </a:cubicBezTo>
                <a:lnTo>
                  <a:pt x="164306" y="207169"/>
                </a:lnTo>
                <a:cubicBezTo>
                  <a:pt x="152430" y="207169"/>
                  <a:pt x="142875" y="216724"/>
                  <a:pt x="142875" y="228600"/>
                </a:cubicBezTo>
                <a:close/>
                <a:moveTo>
                  <a:pt x="142875" y="342900"/>
                </a:moveTo>
                <a:cubicBezTo>
                  <a:pt x="142875" y="354776"/>
                  <a:pt x="152430" y="364331"/>
                  <a:pt x="164306" y="364331"/>
                </a:cubicBezTo>
                <a:lnTo>
                  <a:pt x="264319" y="364331"/>
                </a:lnTo>
                <a:cubicBezTo>
                  <a:pt x="276195" y="364331"/>
                  <a:pt x="285750" y="354776"/>
                  <a:pt x="285750" y="342900"/>
                </a:cubicBezTo>
                <a:cubicBezTo>
                  <a:pt x="285750" y="331024"/>
                  <a:pt x="276195" y="321469"/>
                  <a:pt x="264319" y="321469"/>
                </a:cubicBezTo>
                <a:lnTo>
                  <a:pt x="164306" y="321469"/>
                </a:lnTo>
                <a:cubicBezTo>
                  <a:pt x="152430" y="321469"/>
                  <a:pt x="142875" y="331024"/>
                  <a:pt x="142875" y="342900"/>
                </a:cubicBezTo>
                <a:close/>
                <a:moveTo>
                  <a:pt x="85725" y="371475"/>
                </a:moveTo>
                <a:cubicBezTo>
                  <a:pt x="101496" y="371475"/>
                  <a:pt x="114300" y="358671"/>
                  <a:pt x="114300" y="342900"/>
                </a:cubicBezTo>
                <a:cubicBezTo>
                  <a:pt x="114300" y="327129"/>
                  <a:pt x="101496" y="314325"/>
                  <a:pt x="85725" y="314325"/>
                </a:cubicBezTo>
                <a:cubicBezTo>
                  <a:pt x="69954" y="314325"/>
                  <a:pt x="57150" y="327129"/>
                  <a:pt x="57150" y="342900"/>
                </a:cubicBezTo>
                <a:cubicBezTo>
                  <a:pt x="57150" y="358671"/>
                  <a:pt x="69954" y="371475"/>
                  <a:pt x="85725" y="371475"/>
                </a:cubicBezTo>
                <a:close/>
              </a:path>
            </a:pathLst>
          </a:custGeom>
          <a:solidFill>
            <a:srgbClr val="F8F6F2"/>
          </a:solidFill>
        </p:spPr>
      </p:sp>
      <p:sp>
        <p:nvSpPr>
          <p:cNvPr id="13" name="Shape 11"/>
          <p:cNvSpPr/>
          <p:nvPr/>
        </p:nvSpPr>
        <p:spPr>
          <a:xfrm>
            <a:off x="4448175" y="27527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585C45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46402" y="2809875"/>
            <a:ext cx="180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8F6F2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38500" y="3248025"/>
            <a:ext cx="28003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585C45"/>
                </a:solidFill>
                <a:latin typeface="Unna" panose="02040503070705020203" pitchFamily="34" charset="0"/>
                <a:ea typeface="Unna" panose="02040503070705020203" pitchFamily="34" charset="-122"/>
                <a:cs typeface="Unna" panose="02040503070705020203" pitchFamily="34" charset="-120"/>
              </a:rPr>
              <a:t>10 Questions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57550" y="3629025"/>
            <a:ext cx="27622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3A3A3A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Answer scientifically designed questions across 10 key areas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038975" y="1971675"/>
            <a:ext cx="1028700" cy="1028700"/>
          </a:xfrm>
          <a:custGeom>
            <a:avLst/>
            <a:gdLst/>
            <a:ahLst/>
            <a:cxnLst/>
            <a:rect l="l" t="t" r="r" b="b"/>
            <a:pathLst>
              <a:path w="1028700" h="1028700">
                <a:moveTo>
                  <a:pt x="514350" y="0"/>
                </a:moveTo>
                <a:lnTo>
                  <a:pt x="514350" y="0"/>
                </a:lnTo>
                <a:cubicBezTo>
                  <a:pt x="798227" y="0"/>
                  <a:pt x="1028700" y="230473"/>
                  <a:pt x="1028700" y="514350"/>
                </a:cubicBezTo>
                <a:lnTo>
                  <a:pt x="1028700" y="514350"/>
                </a:lnTo>
                <a:cubicBezTo>
                  <a:pt x="1028700" y="798227"/>
                  <a:pt x="798227" y="1028700"/>
                  <a:pt x="514350" y="1028700"/>
                </a:cubicBezTo>
                <a:lnTo>
                  <a:pt x="514350" y="1028700"/>
                </a:lnTo>
                <a:cubicBezTo>
                  <a:pt x="230473" y="1028700"/>
                  <a:pt x="0" y="798227"/>
                  <a:pt x="0" y="514350"/>
                </a:cubicBezTo>
                <a:lnTo>
                  <a:pt x="0" y="514350"/>
                </a:lnTo>
                <a:cubicBezTo>
                  <a:pt x="0" y="230473"/>
                  <a:pt x="230473" y="0"/>
                  <a:pt x="514350" y="0"/>
                </a:cubicBezTo>
                <a:close/>
              </a:path>
            </a:pathLst>
          </a:custGeom>
          <a:solidFill>
            <a:srgbClr val="585C45"/>
          </a:solidFill>
          <a:ln w="50800">
            <a:solidFill>
              <a:srgbClr val="F8F6F2"/>
            </a:solidFill>
            <a:prstDash val="solid"/>
          </a:ln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24725" y="22574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07156" y="50006"/>
                </a:moveTo>
                <a:cubicBezTo>
                  <a:pt x="107156" y="22414"/>
                  <a:pt x="129570" y="0"/>
                  <a:pt x="157163" y="0"/>
                </a:cubicBezTo>
                <a:lnTo>
                  <a:pt x="178594" y="0"/>
                </a:lnTo>
                <a:cubicBezTo>
                  <a:pt x="194399" y="0"/>
                  <a:pt x="207169" y="12769"/>
                  <a:pt x="207169" y="28575"/>
                </a:cubicBezTo>
                <a:lnTo>
                  <a:pt x="207169" y="428625"/>
                </a:lnTo>
                <a:cubicBezTo>
                  <a:pt x="207169" y="444431"/>
                  <a:pt x="194399" y="457200"/>
                  <a:pt x="178594" y="457200"/>
                </a:cubicBezTo>
                <a:lnTo>
                  <a:pt x="150019" y="457200"/>
                </a:lnTo>
                <a:cubicBezTo>
                  <a:pt x="123408" y="457200"/>
                  <a:pt x="100995" y="438983"/>
                  <a:pt x="94655" y="414338"/>
                </a:cubicBezTo>
                <a:cubicBezTo>
                  <a:pt x="94030" y="414338"/>
                  <a:pt x="93494" y="414338"/>
                  <a:pt x="92869" y="414338"/>
                </a:cubicBezTo>
                <a:cubicBezTo>
                  <a:pt x="53400" y="414338"/>
                  <a:pt x="21431" y="382369"/>
                  <a:pt x="21431" y="342900"/>
                </a:cubicBezTo>
                <a:cubicBezTo>
                  <a:pt x="21431" y="326827"/>
                  <a:pt x="26789" y="312003"/>
                  <a:pt x="35719" y="300038"/>
                </a:cubicBezTo>
                <a:cubicBezTo>
                  <a:pt x="18395" y="287000"/>
                  <a:pt x="7144" y="266283"/>
                  <a:pt x="7144" y="242888"/>
                </a:cubicBezTo>
                <a:cubicBezTo>
                  <a:pt x="7144" y="215295"/>
                  <a:pt x="22860" y="191274"/>
                  <a:pt x="45720" y="179397"/>
                </a:cubicBezTo>
                <a:cubicBezTo>
                  <a:pt x="39380" y="168682"/>
                  <a:pt x="35719" y="156180"/>
                  <a:pt x="35719" y="142875"/>
                </a:cubicBezTo>
                <a:cubicBezTo>
                  <a:pt x="35719" y="103406"/>
                  <a:pt x="67687" y="71438"/>
                  <a:pt x="107156" y="71438"/>
                </a:cubicBezTo>
                <a:lnTo>
                  <a:pt x="107156" y="50006"/>
                </a:lnTo>
                <a:close/>
                <a:moveTo>
                  <a:pt x="350044" y="50006"/>
                </a:moveTo>
                <a:lnTo>
                  <a:pt x="350044" y="71438"/>
                </a:lnTo>
                <a:cubicBezTo>
                  <a:pt x="389513" y="71438"/>
                  <a:pt x="421481" y="103406"/>
                  <a:pt x="421481" y="142875"/>
                </a:cubicBezTo>
                <a:cubicBezTo>
                  <a:pt x="421481" y="156270"/>
                  <a:pt x="417820" y="168771"/>
                  <a:pt x="411480" y="179397"/>
                </a:cubicBezTo>
                <a:cubicBezTo>
                  <a:pt x="434429" y="191274"/>
                  <a:pt x="450056" y="215205"/>
                  <a:pt x="450056" y="242888"/>
                </a:cubicBezTo>
                <a:cubicBezTo>
                  <a:pt x="450056" y="266283"/>
                  <a:pt x="438805" y="287000"/>
                  <a:pt x="421481" y="300038"/>
                </a:cubicBezTo>
                <a:cubicBezTo>
                  <a:pt x="430411" y="312003"/>
                  <a:pt x="435769" y="326827"/>
                  <a:pt x="435769" y="342900"/>
                </a:cubicBezTo>
                <a:cubicBezTo>
                  <a:pt x="435769" y="382369"/>
                  <a:pt x="403800" y="414338"/>
                  <a:pt x="364331" y="414338"/>
                </a:cubicBezTo>
                <a:cubicBezTo>
                  <a:pt x="363706" y="414338"/>
                  <a:pt x="363170" y="414338"/>
                  <a:pt x="362545" y="414338"/>
                </a:cubicBezTo>
                <a:cubicBezTo>
                  <a:pt x="356205" y="438983"/>
                  <a:pt x="333792" y="457200"/>
                  <a:pt x="307181" y="457200"/>
                </a:cubicBezTo>
                <a:lnTo>
                  <a:pt x="278606" y="457200"/>
                </a:lnTo>
                <a:cubicBezTo>
                  <a:pt x="262801" y="457200"/>
                  <a:pt x="250031" y="444431"/>
                  <a:pt x="250031" y="428625"/>
                </a:cubicBezTo>
                <a:lnTo>
                  <a:pt x="250031" y="28575"/>
                </a:lnTo>
                <a:cubicBezTo>
                  <a:pt x="250031" y="12769"/>
                  <a:pt x="262801" y="0"/>
                  <a:pt x="278606" y="0"/>
                </a:cubicBezTo>
                <a:lnTo>
                  <a:pt x="300038" y="0"/>
                </a:lnTo>
                <a:cubicBezTo>
                  <a:pt x="327630" y="0"/>
                  <a:pt x="350044" y="22414"/>
                  <a:pt x="350044" y="50006"/>
                </a:cubicBezTo>
                <a:close/>
              </a:path>
            </a:pathLst>
          </a:custGeom>
          <a:solidFill>
            <a:srgbClr val="F8F6F2"/>
          </a:solidFill>
        </p:spPr>
      </p:sp>
      <p:sp>
        <p:nvSpPr>
          <p:cNvPr id="19" name="Shape 17"/>
          <p:cNvSpPr/>
          <p:nvPr/>
        </p:nvSpPr>
        <p:spPr>
          <a:xfrm>
            <a:off x="7362825" y="27527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A3B18A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67204" y="2809875"/>
            <a:ext cx="171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8F6F2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53150" y="3248025"/>
            <a:ext cx="28003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585C45"/>
                </a:solidFill>
                <a:latin typeface="Unna" panose="02040503070705020203" pitchFamily="34" charset="0"/>
                <a:ea typeface="Unna" panose="02040503070705020203" pitchFamily="34" charset="-122"/>
                <a:cs typeface="Unna" panose="02040503070705020203" pitchFamily="34" charset="-120"/>
              </a:rPr>
              <a:t>AI Analysis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72200" y="3629025"/>
            <a:ext cx="27622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3A3A3A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Google Gemini API processes responses intelligently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953625" y="1971675"/>
            <a:ext cx="1028700" cy="1028700"/>
          </a:xfrm>
          <a:custGeom>
            <a:avLst/>
            <a:gdLst/>
            <a:ahLst/>
            <a:cxnLst/>
            <a:rect l="l" t="t" r="r" b="b"/>
            <a:pathLst>
              <a:path w="1028700" h="1028700">
                <a:moveTo>
                  <a:pt x="514350" y="0"/>
                </a:moveTo>
                <a:lnTo>
                  <a:pt x="514350" y="0"/>
                </a:lnTo>
                <a:cubicBezTo>
                  <a:pt x="798227" y="0"/>
                  <a:pt x="1028700" y="230473"/>
                  <a:pt x="1028700" y="514350"/>
                </a:cubicBezTo>
                <a:lnTo>
                  <a:pt x="1028700" y="514350"/>
                </a:lnTo>
                <a:cubicBezTo>
                  <a:pt x="1028700" y="798227"/>
                  <a:pt x="798227" y="1028700"/>
                  <a:pt x="514350" y="1028700"/>
                </a:cubicBezTo>
                <a:lnTo>
                  <a:pt x="514350" y="1028700"/>
                </a:lnTo>
                <a:cubicBezTo>
                  <a:pt x="230473" y="1028700"/>
                  <a:pt x="0" y="798227"/>
                  <a:pt x="0" y="514350"/>
                </a:cubicBezTo>
                <a:lnTo>
                  <a:pt x="0" y="514350"/>
                </a:lnTo>
                <a:cubicBezTo>
                  <a:pt x="0" y="230473"/>
                  <a:pt x="230473" y="0"/>
                  <a:pt x="514350" y="0"/>
                </a:cubicBezTo>
                <a:close/>
              </a:path>
            </a:pathLst>
          </a:custGeom>
          <a:gradFill flip="none" rotWithShape="1">
            <a:gsLst>
              <a:gs pos="0">
                <a:srgbClr val="A3B18A"/>
              </a:gs>
              <a:gs pos="100000">
                <a:srgbClr val="D4A373"/>
              </a:gs>
            </a:gsLst>
            <a:lin ang="2700000" scaled="1"/>
          </a:gradFill>
          <a:ln w="50800">
            <a:solidFill>
              <a:srgbClr val="F8F6F2"/>
            </a:solidFill>
            <a:prstDash val="solid"/>
          </a:ln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210800" y="2257425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457557" y="214313"/>
                </a:moveTo>
                <a:lnTo>
                  <a:pt x="300395" y="214313"/>
                </a:lnTo>
                <a:cubicBezTo>
                  <a:pt x="284589" y="214313"/>
                  <a:pt x="271820" y="201543"/>
                  <a:pt x="271820" y="185738"/>
                </a:cubicBezTo>
                <a:lnTo>
                  <a:pt x="271820" y="28575"/>
                </a:lnTo>
                <a:cubicBezTo>
                  <a:pt x="271820" y="12769"/>
                  <a:pt x="284678" y="-179"/>
                  <a:pt x="300305" y="1875"/>
                </a:cubicBezTo>
                <a:cubicBezTo>
                  <a:pt x="395853" y="14555"/>
                  <a:pt x="471577" y="90279"/>
                  <a:pt x="484257" y="185827"/>
                </a:cubicBezTo>
                <a:cubicBezTo>
                  <a:pt x="486311" y="201454"/>
                  <a:pt x="473363" y="214313"/>
                  <a:pt x="457557" y="214313"/>
                </a:cubicBezTo>
                <a:close/>
                <a:moveTo>
                  <a:pt x="198775" y="33218"/>
                </a:moveTo>
                <a:cubicBezTo>
                  <a:pt x="214938" y="29825"/>
                  <a:pt x="228957" y="43041"/>
                  <a:pt x="228957" y="59561"/>
                </a:cubicBezTo>
                <a:lnTo>
                  <a:pt x="228957" y="235744"/>
                </a:lnTo>
                <a:cubicBezTo>
                  <a:pt x="228957" y="240744"/>
                  <a:pt x="230743" y="245566"/>
                  <a:pt x="233869" y="249406"/>
                </a:cubicBezTo>
                <a:lnTo>
                  <a:pt x="351830" y="391745"/>
                </a:lnTo>
                <a:cubicBezTo>
                  <a:pt x="362277" y="404336"/>
                  <a:pt x="360045" y="423356"/>
                  <a:pt x="345668" y="431125"/>
                </a:cubicBezTo>
                <a:cubicBezTo>
                  <a:pt x="315218" y="447735"/>
                  <a:pt x="280303" y="457200"/>
                  <a:pt x="243245" y="457200"/>
                </a:cubicBezTo>
                <a:cubicBezTo>
                  <a:pt x="124926" y="457200"/>
                  <a:pt x="28932" y="361206"/>
                  <a:pt x="28932" y="242888"/>
                </a:cubicBezTo>
                <a:cubicBezTo>
                  <a:pt x="28932" y="139750"/>
                  <a:pt x="101709" y="53667"/>
                  <a:pt x="198775" y="33218"/>
                </a:cubicBezTo>
                <a:close/>
                <a:moveTo>
                  <a:pt x="426660" y="257175"/>
                </a:moveTo>
                <a:lnTo>
                  <a:pt x="483810" y="257175"/>
                </a:lnTo>
                <a:cubicBezTo>
                  <a:pt x="500330" y="257175"/>
                  <a:pt x="513546" y="271195"/>
                  <a:pt x="510153" y="287357"/>
                </a:cubicBezTo>
                <a:cubicBezTo>
                  <a:pt x="501045" y="330577"/>
                  <a:pt x="478899" y="368975"/>
                  <a:pt x="448002" y="398264"/>
                </a:cubicBezTo>
                <a:cubicBezTo>
                  <a:pt x="437019" y="408712"/>
                  <a:pt x="419785" y="406479"/>
                  <a:pt x="410141" y="394781"/>
                </a:cubicBezTo>
                <a:lnTo>
                  <a:pt x="334774" y="303967"/>
                </a:lnTo>
                <a:cubicBezTo>
                  <a:pt x="319326" y="285304"/>
                  <a:pt x="332631" y="257175"/>
                  <a:pt x="356741" y="257175"/>
                </a:cubicBezTo>
                <a:lnTo>
                  <a:pt x="426571" y="257175"/>
                </a:lnTo>
                <a:close/>
              </a:path>
            </a:pathLst>
          </a:custGeom>
          <a:solidFill>
            <a:srgbClr val="F8F6F2"/>
          </a:solidFill>
        </p:spPr>
      </p:sp>
      <p:sp>
        <p:nvSpPr>
          <p:cNvPr id="25" name="Shape 23"/>
          <p:cNvSpPr/>
          <p:nvPr/>
        </p:nvSpPr>
        <p:spPr>
          <a:xfrm>
            <a:off x="10277475" y="27527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585C45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372329" y="2809875"/>
            <a:ext cx="190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8F6F2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067800" y="3248025"/>
            <a:ext cx="28003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585C45"/>
                </a:solidFill>
                <a:latin typeface="Unna" panose="02040503070705020203" pitchFamily="34" charset="0"/>
                <a:ea typeface="Unna" panose="02040503070705020203" pitchFamily="34" charset="-122"/>
                <a:cs typeface="Unna" panose="02040503070705020203" pitchFamily="34" charset="-120"/>
              </a:rPr>
              <a:t>Score + Suggestions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086850" y="3629025"/>
            <a:ext cx="27622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3A3A3A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Receive instant score and personalized recommendations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1000" y="4524375"/>
            <a:ext cx="3657600" cy="1371600"/>
          </a:xfrm>
          <a:custGeom>
            <a:avLst/>
            <a:gdLst/>
            <a:ahLst/>
            <a:cxnLst/>
            <a:rect l="l" t="t" r="r" b="b"/>
            <a:pathLst>
              <a:path w="3657600" h="1371600">
                <a:moveTo>
                  <a:pt x="38100" y="0"/>
                </a:moveTo>
                <a:lnTo>
                  <a:pt x="3619500" y="0"/>
                </a:lnTo>
                <a:cubicBezTo>
                  <a:pt x="3640528" y="0"/>
                  <a:pt x="3657600" y="17072"/>
                  <a:pt x="3657600" y="38100"/>
                </a:cubicBezTo>
                <a:lnTo>
                  <a:pt x="3657600" y="1257305"/>
                </a:lnTo>
                <a:cubicBezTo>
                  <a:pt x="3657600" y="1320386"/>
                  <a:pt x="3606386" y="1371600"/>
                  <a:pt x="3543305" y="1371600"/>
                </a:cubicBezTo>
                <a:lnTo>
                  <a:pt x="114295" y="1371600"/>
                </a:lnTo>
                <a:cubicBezTo>
                  <a:pt x="51214" y="1371600"/>
                  <a:pt x="0" y="1320386"/>
                  <a:pt x="0" y="125730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81000" y="4524375"/>
            <a:ext cx="3657600" cy="38100"/>
          </a:xfrm>
          <a:custGeom>
            <a:avLst/>
            <a:gdLst/>
            <a:ahLst/>
            <a:cxnLst/>
            <a:rect l="l" t="t" r="r" b="b"/>
            <a:pathLst>
              <a:path w="3657600" h="38100">
                <a:moveTo>
                  <a:pt x="38100" y="0"/>
                </a:moveTo>
                <a:lnTo>
                  <a:pt x="3619500" y="0"/>
                </a:lnTo>
                <a:cubicBezTo>
                  <a:pt x="3640528" y="0"/>
                  <a:pt x="3657600" y="17072"/>
                  <a:pt x="3657600" y="38100"/>
                </a:cubicBezTo>
                <a:lnTo>
                  <a:pt x="36576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3B18A"/>
          </a:solidFill>
        </p:spPr>
      </p:sp>
      <p:sp>
        <p:nvSpPr>
          <p:cNvPr id="31" name="Shape 29"/>
          <p:cNvSpPr/>
          <p:nvPr/>
        </p:nvSpPr>
        <p:spPr>
          <a:xfrm>
            <a:off x="2069306" y="47339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ubicBezTo>
                  <a:pt x="0" y="64020"/>
                  <a:pt x="64020" y="0"/>
                  <a:pt x="142875" y="0"/>
                </a:cubicBezTo>
                <a:close/>
                <a:moveTo>
                  <a:pt x="129480" y="66973"/>
                </a:moveTo>
                <a:lnTo>
                  <a:pt x="129480" y="142875"/>
                </a:lnTo>
                <a:cubicBezTo>
                  <a:pt x="129480" y="147340"/>
                  <a:pt x="131713" y="151526"/>
                  <a:pt x="135452" y="154037"/>
                </a:cubicBezTo>
                <a:lnTo>
                  <a:pt x="189030" y="189756"/>
                </a:lnTo>
                <a:cubicBezTo>
                  <a:pt x="195169" y="193886"/>
                  <a:pt x="203485" y="192212"/>
                  <a:pt x="207615" y="186017"/>
                </a:cubicBezTo>
                <a:cubicBezTo>
                  <a:pt x="211745" y="179822"/>
                  <a:pt x="210071" y="171562"/>
                  <a:pt x="203876" y="167432"/>
                </a:cubicBezTo>
                <a:lnTo>
                  <a:pt x="156270" y="135731"/>
                </a:lnTo>
                <a:lnTo>
                  <a:pt x="156270" y="66973"/>
                </a:lnTo>
                <a:cubicBezTo>
                  <a:pt x="156270" y="59550"/>
                  <a:pt x="150298" y="53578"/>
                  <a:pt x="142875" y="53578"/>
                </a:cubicBezTo>
                <a:cubicBezTo>
                  <a:pt x="135452" y="53578"/>
                  <a:pt x="129480" y="59550"/>
                  <a:pt x="129480" y="66973"/>
                </a:cubicBezTo>
                <a:close/>
              </a:path>
            </a:pathLst>
          </a:custGeom>
          <a:solidFill>
            <a:srgbClr val="A3B18A"/>
          </a:solidFill>
        </p:spPr>
      </p:sp>
      <p:sp>
        <p:nvSpPr>
          <p:cNvPr id="32" name="Text 30"/>
          <p:cNvSpPr/>
          <p:nvPr/>
        </p:nvSpPr>
        <p:spPr>
          <a:xfrm>
            <a:off x="514350" y="5133975"/>
            <a:ext cx="3390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585C45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2 Minutes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3400" y="5476875"/>
            <a:ext cx="3352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A3A3A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Complete Assessment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267200" y="4524375"/>
            <a:ext cx="3657600" cy="1371600"/>
          </a:xfrm>
          <a:custGeom>
            <a:avLst/>
            <a:gdLst/>
            <a:ahLst/>
            <a:cxnLst/>
            <a:rect l="l" t="t" r="r" b="b"/>
            <a:pathLst>
              <a:path w="3657600" h="1371600">
                <a:moveTo>
                  <a:pt x="38100" y="0"/>
                </a:moveTo>
                <a:lnTo>
                  <a:pt x="3619500" y="0"/>
                </a:lnTo>
                <a:cubicBezTo>
                  <a:pt x="3640528" y="0"/>
                  <a:pt x="3657600" y="17072"/>
                  <a:pt x="3657600" y="38100"/>
                </a:cubicBezTo>
                <a:lnTo>
                  <a:pt x="3657600" y="1257305"/>
                </a:lnTo>
                <a:cubicBezTo>
                  <a:pt x="3657600" y="1320386"/>
                  <a:pt x="3606386" y="1371600"/>
                  <a:pt x="3543305" y="1371600"/>
                </a:cubicBezTo>
                <a:lnTo>
                  <a:pt x="114295" y="1371600"/>
                </a:lnTo>
                <a:cubicBezTo>
                  <a:pt x="51214" y="1371600"/>
                  <a:pt x="0" y="1320386"/>
                  <a:pt x="0" y="125730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267200" y="4524375"/>
            <a:ext cx="3657600" cy="38100"/>
          </a:xfrm>
          <a:custGeom>
            <a:avLst/>
            <a:gdLst/>
            <a:ahLst/>
            <a:cxnLst/>
            <a:rect l="l" t="t" r="r" b="b"/>
            <a:pathLst>
              <a:path w="3657600" h="38100">
                <a:moveTo>
                  <a:pt x="38100" y="0"/>
                </a:moveTo>
                <a:lnTo>
                  <a:pt x="3619500" y="0"/>
                </a:lnTo>
                <a:cubicBezTo>
                  <a:pt x="3640528" y="0"/>
                  <a:pt x="3657600" y="17072"/>
                  <a:pt x="3657600" y="38100"/>
                </a:cubicBezTo>
                <a:lnTo>
                  <a:pt x="36576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36" name="Shape 34"/>
          <p:cNvSpPr/>
          <p:nvPr/>
        </p:nvSpPr>
        <p:spPr>
          <a:xfrm>
            <a:off x="5955506" y="47339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37" name="Text 35"/>
          <p:cNvSpPr/>
          <p:nvPr/>
        </p:nvSpPr>
        <p:spPr>
          <a:xfrm>
            <a:off x="4400550" y="5133975"/>
            <a:ext cx="3390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585C45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100%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419600" y="5476875"/>
            <a:ext cx="3352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A3A3A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Private &amp; Secure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153400" y="4524375"/>
            <a:ext cx="3657600" cy="1371600"/>
          </a:xfrm>
          <a:custGeom>
            <a:avLst/>
            <a:gdLst/>
            <a:ahLst/>
            <a:cxnLst/>
            <a:rect l="l" t="t" r="r" b="b"/>
            <a:pathLst>
              <a:path w="3657600" h="1371600">
                <a:moveTo>
                  <a:pt x="38100" y="0"/>
                </a:moveTo>
                <a:lnTo>
                  <a:pt x="3619500" y="0"/>
                </a:lnTo>
                <a:cubicBezTo>
                  <a:pt x="3640528" y="0"/>
                  <a:pt x="3657600" y="17072"/>
                  <a:pt x="3657600" y="38100"/>
                </a:cubicBezTo>
                <a:lnTo>
                  <a:pt x="3657600" y="1257305"/>
                </a:lnTo>
                <a:cubicBezTo>
                  <a:pt x="3657600" y="1320386"/>
                  <a:pt x="3606386" y="1371600"/>
                  <a:pt x="3543305" y="1371600"/>
                </a:cubicBezTo>
                <a:lnTo>
                  <a:pt x="114295" y="1371600"/>
                </a:lnTo>
                <a:cubicBezTo>
                  <a:pt x="51214" y="1371600"/>
                  <a:pt x="0" y="1320386"/>
                  <a:pt x="0" y="125730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153400" y="4524375"/>
            <a:ext cx="3657600" cy="38100"/>
          </a:xfrm>
          <a:custGeom>
            <a:avLst/>
            <a:gdLst/>
            <a:ahLst/>
            <a:cxnLst/>
            <a:rect l="l" t="t" r="r" b="b"/>
            <a:pathLst>
              <a:path w="3657600" h="38100">
                <a:moveTo>
                  <a:pt x="38100" y="0"/>
                </a:moveTo>
                <a:lnTo>
                  <a:pt x="3619500" y="0"/>
                </a:lnTo>
                <a:cubicBezTo>
                  <a:pt x="3640528" y="0"/>
                  <a:pt x="3657600" y="17072"/>
                  <a:pt x="3657600" y="38100"/>
                </a:cubicBezTo>
                <a:lnTo>
                  <a:pt x="36576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85C45"/>
          </a:solidFill>
        </p:spPr>
      </p:sp>
      <p:sp>
        <p:nvSpPr>
          <p:cNvPr id="41" name="Shape 39"/>
          <p:cNvSpPr/>
          <p:nvPr/>
        </p:nvSpPr>
        <p:spPr>
          <a:xfrm>
            <a:off x="9877425" y="473392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8930" y="35719"/>
                </a:moveTo>
                <a:cubicBezTo>
                  <a:pt x="8930" y="16018"/>
                  <a:pt x="24947" y="0"/>
                  <a:pt x="44648" y="0"/>
                </a:cubicBezTo>
                <a:lnTo>
                  <a:pt x="169664" y="0"/>
                </a:lnTo>
                <a:cubicBezTo>
                  <a:pt x="189365" y="0"/>
                  <a:pt x="205383" y="16018"/>
                  <a:pt x="205383" y="35719"/>
                </a:cubicBezTo>
                <a:lnTo>
                  <a:pt x="205383" y="250031"/>
                </a:lnTo>
                <a:cubicBezTo>
                  <a:pt x="205383" y="269732"/>
                  <a:pt x="189365" y="285750"/>
                  <a:pt x="169664" y="285750"/>
                </a:cubicBezTo>
                <a:lnTo>
                  <a:pt x="44648" y="285750"/>
                </a:lnTo>
                <a:cubicBezTo>
                  <a:pt x="24947" y="285750"/>
                  <a:pt x="8930" y="269732"/>
                  <a:pt x="8930" y="250031"/>
                </a:cubicBezTo>
                <a:lnTo>
                  <a:pt x="8930" y="35719"/>
                </a:lnTo>
                <a:close/>
                <a:moveTo>
                  <a:pt x="44648" y="35719"/>
                </a:moveTo>
                <a:lnTo>
                  <a:pt x="44648" y="205383"/>
                </a:lnTo>
                <a:lnTo>
                  <a:pt x="169664" y="205383"/>
                </a:lnTo>
                <a:lnTo>
                  <a:pt x="169664" y="35719"/>
                </a:lnTo>
                <a:lnTo>
                  <a:pt x="44648" y="35719"/>
                </a:lnTo>
                <a:close/>
                <a:moveTo>
                  <a:pt x="107156" y="263426"/>
                </a:moveTo>
                <a:cubicBezTo>
                  <a:pt x="117035" y="263426"/>
                  <a:pt x="125016" y="255445"/>
                  <a:pt x="125016" y="245566"/>
                </a:cubicBezTo>
                <a:cubicBezTo>
                  <a:pt x="125016" y="235688"/>
                  <a:pt x="117035" y="227707"/>
                  <a:pt x="107156" y="227707"/>
                </a:cubicBezTo>
                <a:cubicBezTo>
                  <a:pt x="97278" y="227707"/>
                  <a:pt x="89297" y="235688"/>
                  <a:pt x="89297" y="245566"/>
                </a:cubicBezTo>
                <a:cubicBezTo>
                  <a:pt x="89297" y="255445"/>
                  <a:pt x="97278" y="263426"/>
                  <a:pt x="107156" y="263426"/>
                </a:cubicBezTo>
                <a:close/>
              </a:path>
            </a:pathLst>
          </a:custGeom>
          <a:solidFill>
            <a:srgbClr val="585C45"/>
          </a:solidFill>
        </p:spPr>
      </p:sp>
      <p:sp>
        <p:nvSpPr>
          <p:cNvPr id="42" name="Text 40"/>
          <p:cNvSpPr/>
          <p:nvPr/>
        </p:nvSpPr>
        <p:spPr>
          <a:xfrm>
            <a:off x="8286750" y="5133975"/>
            <a:ext cx="3390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585C45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Any Device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305800" y="5476875"/>
            <a:ext cx="3352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A3A3A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Works Everywhere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A3B1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Comprehensive Assessment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585C45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The 10 Assessment Areas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19200"/>
            <a:ext cx="11525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3A3A3A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Holistic evaluation across all dimensions of mental wellness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638300"/>
            <a:ext cx="2143125" cy="2085975"/>
          </a:xfrm>
          <a:custGeom>
            <a:avLst/>
            <a:gdLst/>
            <a:ahLst/>
            <a:cxnLst/>
            <a:rect l="l" t="t" r="r" b="b"/>
            <a:pathLst>
              <a:path w="2143125" h="2085975">
                <a:moveTo>
                  <a:pt x="38100" y="0"/>
                </a:moveTo>
                <a:lnTo>
                  <a:pt x="2028834" y="0"/>
                </a:lnTo>
                <a:cubicBezTo>
                  <a:pt x="2091955" y="0"/>
                  <a:pt x="2143125" y="51170"/>
                  <a:pt x="2143125" y="114291"/>
                </a:cubicBezTo>
                <a:lnTo>
                  <a:pt x="2143125" y="1971684"/>
                </a:lnTo>
                <a:cubicBezTo>
                  <a:pt x="2143125" y="2034805"/>
                  <a:pt x="2091955" y="2085975"/>
                  <a:pt x="2028834" y="2085975"/>
                </a:cubicBezTo>
                <a:lnTo>
                  <a:pt x="38100" y="2085975"/>
                </a:lnTo>
                <a:cubicBezTo>
                  <a:pt x="17072" y="2085975"/>
                  <a:pt x="0" y="2068903"/>
                  <a:pt x="0" y="20478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0050" y="1638300"/>
            <a:ext cx="38100" cy="2085975"/>
          </a:xfrm>
          <a:custGeom>
            <a:avLst/>
            <a:gdLst/>
            <a:ahLst/>
            <a:cxnLst/>
            <a:rect l="l" t="t" r="r" b="b"/>
            <a:pathLst>
              <a:path w="38100" h="2085975">
                <a:moveTo>
                  <a:pt x="38100" y="0"/>
                </a:moveTo>
                <a:lnTo>
                  <a:pt x="38100" y="0"/>
                </a:lnTo>
                <a:lnTo>
                  <a:pt x="38100" y="2085975"/>
                </a:lnTo>
                <a:lnTo>
                  <a:pt x="38100" y="2085975"/>
                </a:lnTo>
                <a:cubicBezTo>
                  <a:pt x="17072" y="2085975"/>
                  <a:pt x="0" y="2068903"/>
                  <a:pt x="0" y="20478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3B18A"/>
          </a:solidFill>
        </p:spPr>
      </p:sp>
      <p:sp>
        <p:nvSpPr>
          <p:cNvPr id="7" name="Shape 5"/>
          <p:cNvSpPr/>
          <p:nvPr/>
        </p:nvSpPr>
        <p:spPr>
          <a:xfrm>
            <a:off x="571500" y="1790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A3B18A">
              <a:alpha val="20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704850" y="19240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9669" y="32407"/>
                </a:moveTo>
                <a:lnTo>
                  <a:pt x="95250" y="40109"/>
                </a:lnTo>
                <a:lnTo>
                  <a:pt x="100831" y="32407"/>
                </a:lnTo>
                <a:cubicBezTo>
                  <a:pt x="110133" y="19534"/>
                  <a:pt x="125090" y="11906"/>
                  <a:pt x="140977" y="11906"/>
                </a:cubicBezTo>
                <a:cubicBezTo>
                  <a:pt x="168325" y="11906"/>
                  <a:pt x="190500" y="34082"/>
                  <a:pt x="190500" y="61429"/>
                </a:cubicBezTo>
                <a:lnTo>
                  <a:pt x="190500" y="62396"/>
                </a:lnTo>
                <a:cubicBezTo>
                  <a:pt x="190500" y="104142"/>
                  <a:pt x="138447" y="152623"/>
                  <a:pt x="111286" y="173348"/>
                </a:cubicBezTo>
                <a:cubicBezTo>
                  <a:pt x="106673" y="176845"/>
                  <a:pt x="101017" y="178594"/>
                  <a:pt x="95250" y="178594"/>
                </a:cubicBezTo>
                <a:cubicBezTo>
                  <a:pt x="89483" y="178594"/>
                  <a:pt x="83790" y="176882"/>
                  <a:pt x="79214" y="173348"/>
                </a:cubicBezTo>
                <a:cubicBezTo>
                  <a:pt x="52053" y="152623"/>
                  <a:pt x="0" y="104142"/>
                  <a:pt x="0" y="62396"/>
                </a:cubicBezTo>
                <a:lnTo>
                  <a:pt x="0" y="61429"/>
                </a:lnTo>
                <a:cubicBezTo>
                  <a:pt x="0" y="34082"/>
                  <a:pt x="22175" y="11906"/>
                  <a:pt x="49523" y="11906"/>
                </a:cubicBezTo>
                <a:cubicBezTo>
                  <a:pt x="65410" y="11906"/>
                  <a:pt x="80367" y="19534"/>
                  <a:pt x="89669" y="32407"/>
                </a:cubicBezTo>
                <a:close/>
              </a:path>
            </a:pathLst>
          </a:custGeom>
          <a:solidFill>
            <a:srgbClr val="585C45"/>
          </a:solidFill>
        </p:spPr>
      </p:sp>
      <p:sp>
        <p:nvSpPr>
          <p:cNvPr id="9" name="Text 7"/>
          <p:cNvSpPr/>
          <p:nvPr/>
        </p:nvSpPr>
        <p:spPr>
          <a:xfrm>
            <a:off x="571500" y="2362200"/>
            <a:ext cx="1905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85C45"/>
                </a:solidFill>
                <a:latin typeface="Unna" panose="02040503070705020203" pitchFamily="34" charset="0"/>
                <a:ea typeface="Unna" panose="02040503070705020203" pitchFamily="34" charset="-122"/>
                <a:cs typeface="Unna" panose="02040503070705020203" pitchFamily="34" charset="-120"/>
              </a:rPr>
              <a:t>Emotional Stability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2705100"/>
            <a:ext cx="1895475" cy="8667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A3A3A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Ability to manage and regulate emotions effectively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16510" y="1638300"/>
            <a:ext cx="2143125" cy="2085975"/>
          </a:xfrm>
          <a:custGeom>
            <a:avLst/>
            <a:gdLst/>
            <a:ahLst/>
            <a:cxnLst/>
            <a:rect l="l" t="t" r="r" b="b"/>
            <a:pathLst>
              <a:path w="2143125" h="2085975">
                <a:moveTo>
                  <a:pt x="38100" y="0"/>
                </a:moveTo>
                <a:lnTo>
                  <a:pt x="2028834" y="0"/>
                </a:lnTo>
                <a:cubicBezTo>
                  <a:pt x="2091955" y="0"/>
                  <a:pt x="2143125" y="51170"/>
                  <a:pt x="2143125" y="114291"/>
                </a:cubicBezTo>
                <a:lnTo>
                  <a:pt x="2143125" y="1971684"/>
                </a:lnTo>
                <a:cubicBezTo>
                  <a:pt x="2143125" y="2034805"/>
                  <a:pt x="2091955" y="2085975"/>
                  <a:pt x="2028834" y="2085975"/>
                </a:cubicBezTo>
                <a:lnTo>
                  <a:pt x="38100" y="2085975"/>
                </a:lnTo>
                <a:cubicBezTo>
                  <a:pt x="17072" y="2085975"/>
                  <a:pt x="0" y="2068903"/>
                  <a:pt x="0" y="20478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16510" y="1638300"/>
            <a:ext cx="38100" cy="2085975"/>
          </a:xfrm>
          <a:custGeom>
            <a:avLst/>
            <a:gdLst/>
            <a:ahLst/>
            <a:cxnLst/>
            <a:rect l="l" t="t" r="r" b="b"/>
            <a:pathLst>
              <a:path w="38100" h="2085975">
                <a:moveTo>
                  <a:pt x="38100" y="0"/>
                </a:moveTo>
                <a:lnTo>
                  <a:pt x="38100" y="0"/>
                </a:lnTo>
                <a:lnTo>
                  <a:pt x="38100" y="2085975"/>
                </a:lnTo>
                <a:lnTo>
                  <a:pt x="38100" y="2085975"/>
                </a:lnTo>
                <a:cubicBezTo>
                  <a:pt x="17072" y="2085975"/>
                  <a:pt x="0" y="2068903"/>
                  <a:pt x="0" y="20478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13" name="Shape 11"/>
          <p:cNvSpPr/>
          <p:nvPr/>
        </p:nvSpPr>
        <p:spPr>
          <a:xfrm>
            <a:off x="2887960" y="1790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3009404" y="19240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07156"/>
                </a:lnTo>
                <a:lnTo>
                  <a:pt x="107156" y="107156"/>
                </a:lnTo>
                <a:lnTo>
                  <a:pt x="107156" y="59531"/>
                </a:lnTo>
                <a:cubicBezTo>
                  <a:pt x="107156" y="52946"/>
                  <a:pt x="112477" y="47625"/>
                  <a:pt x="119063" y="47625"/>
                </a:cubicBezTo>
                <a:lnTo>
                  <a:pt x="178594" y="47625"/>
                </a:lnTo>
                <a:cubicBezTo>
                  <a:pt x="198313" y="47625"/>
                  <a:pt x="214313" y="63624"/>
                  <a:pt x="214313" y="83344"/>
                </a:cubicBezTo>
                <a:lnTo>
                  <a:pt x="214313" y="166688"/>
                </a:lnTo>
                <a:cubicBezTo>
                  <a:pt x="214313" y="173273"/>
                  <a:pt x="208992" y="178594"/>
                  <a:pt x="202406" y="178594"/>
                </a:cubicBezTo>
                <a:cubicBezTo>
                  <a:pt x="195821" y="178594"/>
                  <a:pt x="190500" y="173273"/>
                  <a:pt x="190500" y="166688"/>
                </a:cubicBezTo>
                <a:lnTo>
                  <a:pt x="190500" y="142875"/>
                </a:lnTo>
                <a:lnTo>
                  <a:pt x="23812" y="142875"/>
                </a:lnTo>
                <a:lnTo>
                  <a:pt x="23812" y="166688"/>
                </a:lnTo>
                <a:cubicBezTo>
                  <a:pt x="23812" y="173273"/>
                  <a:pt x="18492" y="178594"/>
                  <a:pt x="11906" y="178594"/>
                </a:cubicBezTo>
                <a:cubicBezTo>
                  <a:pt x="5321" y="178594"/>
                  <a:pt x="0" y="173273"/>
                  <a:pt x="0" y="16668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1672" y="71438"/>
                </a:moveTo>
                <a:cubicBezTo>
                  <a:pt x="41672" y="58295"/>
                  <a:pt x="52342" y="47625"/>
                  <a:pt x="65484" y="47625"/>
                </a:cubicBezTo>
                <a:cubicBezTo>
                  <a:pt x="78627" y="47625"/>
                  <a:pt x="89297" y="58295"/>
                  <a:pt x="89297" y="71437"/>
                </a:cubicBezTo>
                <a:cubicBezTo>
                  <a:pt x="89297" y="84580"/>
                  <a:pt x="78627" y="95250"/>
                  <a:pt x="65484" y="95250"/>
                </a:cubicBezTo>
                <a:cubicBezTo>
                  <a:pt x="52342" y="95250"/>
                  <a:pt x="41672" y="84580"/>
                  <a:pt x="41672" y="71438"/>
                </a:cubicBezTo>
                <a:close/>
              </a:path>
            </a:pathLst>
          </a:custGeom>
          <a:solidFill>
            <a:srgbClr val="585C45"/>
          </a:solidFill>
        </p:spPr>
      </p:sp>
      <p:sp>
        <p:nvSpPr>
          <p:cNvPr id="15" name="Text 13"/>
          <p:cNvSpPr/>
          <p:nvPr/>
        </p:nvSpPr>
        <p:spPr>
          <a:xfrm>
            <a:off x="2887960" y="2362200"/>
            <a:ext cx="1905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85C45"/>
                </a:solidFill>
                <a:latin typeface="Unna" panose="02040503070705020203" pitchFamily="34" charset="0"/>
                <a:ea typeface="Unna" panose="02040503070705020203" pitchFamily="34" charset="-122"/>
                <a:cs typeface="Unna" panose="02040503070705020203" pitchFamily="34" charset="-120"/>
              </a:rPr>
              <a:t>Sleep Quality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887960" y="2705100"/>
            <a:ext cx="1895475" cy="8667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A3A3A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Restfulness and consistency of sleep patterns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32971" y="1638300"/>
            <a:ext cx="2143125" cy="2085975"/>
          </a:xfrm>
          <a:custGeom>
            <a:avLst/>
            <a:gdLst/>
            <a:ahLst/>
            <a:cxnLst/>
            <a:rect l="l" t="t" r="r" b="b"/>
            <a:pathLst>
              <a:path w="2143125" h="2085975">
                <a:moveTo>
                  <a:pt x="38100" y="0"/>
                </a:moveTo>
                <a:lnTo>
                  <a:pt x="2028834" y="0"/>
                </a:lnTo>
                <a:cubicBezTo>
                  <a:pt x="2091955" y="0"/>
                  <a:pt x="2143125" y="51170"/>
                  <a:pt x="2143125" y="114291"/>
                </a:cubicBezTo>
                <a:lnTo>
                  <a:pt x="2143125" y="1971684"/>
                </a:lnTo>
                <a:cubicBezTo>
                  <a:pt x="2143125" y="2034805"/>
                  <a:pt x="2091955" y="2085975"/>
                  <a:pt x="2028834" y="2085975"/>
                </a:cubicBezTo>
                <a:lnTo>
                  <a:pt x="38100" y="2085975"/>
                </a:lnTo>
                <a:cubicBezTo>
                  <a:pt x="17072" y="2085975"/>
                  <a:pt x="0" y="2068903"/>
                  <a:pt x="0" y="20478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32971" y="1638300"/>
            <a:ext cx="38100" cy="2085975"/>
          </a:xfrm>
          <a:custGeom>
            <a:avLst/>
            <a:gdLst/>
            <a:ahLst/>
            <a:cxnLst/>
            <a:rect l="l" t="t" r="r" b="b"/>
            <a:pathLst>
              <a:path w="38100" h="2085975">
                <a:moveTo>
                  <a:pt x="38100" y="0"/>
                </a:moveTo>
                <a:lnTo>
                  <a:pt x="38100" y="0"/>
                </a:lnTo>
                <a:lnTo>
                  <a:pt x="38100" y="2085975"/>
                </a:lnTo>
                <a:lnTo>
                  <a:pt x="38100" y="2085975"/>
                </a:lnTo>
                <a:cubicBezTo>
                  <a:pt x="17072" y="2085975"/>
                  <a:pt x="0" y="2068903"/>
                  <a:pt x="0" y="20478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85C45"/>
          </a:solidFill>
        </p:spPr>
      </p:sp>
      <p:sp>
        <p:nvSpPr>
          <p:cNvPr id="19" name="Shape 17"/>
          <p:cNvSpPr/>
          <p:nvPr/>
        </p:nvSpPr>
        <p:spPr>
          <a:xfrm>
            <a:off x="5204421" y="1790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585C45">
              <a:alpha val="20000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5313958" y="19240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585C45"/>
          </a:solidFill>
        </p:spPr>
      </p:sp>
      <p:sp>
        <p:nvSpPr>
          <p:cNvPr id="21" name="Text 19"/>
          <p:cNvSpPr/>
          <p:nvPr/>
        </p:nvSpPr>
        <p:spPr>
          <a:xfrm>
            <a:off x="5204421" y="2362200"/>
            <a:ext cx="1905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85C45"/>
                </a:solidFill>
                <a:latin typeface="Unna" panose="02040503070705020203" pitchFamily="34" charset="0"/>
                <a:ea typeface="Unna" panose="02040503070705020203" pitchFamily="34" charset="-122"/>
                <a:cs typeface="Unna" panose="02040503070705020203" pitchFamily="34" charset="-120"/>
              </a:rPr>
              <a:t>Social Connection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04421" y="2705100"/>
            <a:ext cx="1895475" cy="8667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A3A3A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Quality of relationships and social support network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49430" y="1638300"/>
            <a:ext cx="2143125" cy="2085975"/>
          </a:xfrm>
          <a:custGeom>
            <a:avLst/>
            <a:gdLst/>
            <a:ahLst/>
            <a:cxnLst/>
            <a:rect l="l" t="t" r="r" b="b"/>
            <a:pathLst>
              <a:path w="2143125" h="2085975">
                <a:moveTo>
                  <a:pt x="38100" y="0"/>
                </a:moveTo>
                <a:lnTo>
                  <a:pt x="2028834" y="0"/>
                </a:lnTo>
                <a:cubicBezTo>
                  <a:pt x="2091955" y="0"/>
                  <a:pt x="2143125" y="51170"/>
                  <a:pt x="2143125" y="114291"/>
                </a:cubicBezTo>
                <a:lnTo>
                  <a:pt x="2143125" y="1971684"/>
                </a:lnTo>
                <a:cubicBezTo>
                  <a:pt x="2143125" y="2034805"/>
                  <a:pt x="2091955" y="2085975"/>
                  <a:pt x="2028834" y="2085975"/>
                </a:cubicBezTo>
                <a:lnTo>
                  <a:pt x="38100" y="2085975"/>
                </a:lnTo>
                <a:cubicBezTo>
                  <a:pt x="17072" y="2085975"/>
                  <a:pt x="0" y="2068903"/>
                  <a:pt x="0" y="20478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49430" y="1638300"/>
            <a:ext cx="38100" cy="2085975"/>
          </a:xfrm>
          <a:custGeom>
            <a:avLst/>
            <a:gdLst/>
            <a:ahLst/>
            <a:cxnLst/>
            <a:rect l="l" t="t" r="r" b="b"/>
            <a:pathLst>
              <a:path w="38100" h="2085975">
                <a:moveTo>
                  <a:pt x="38100" y="0"/>
                </a:moveTo>
                <a:lnTo>
                  <a:pt x="38100" y="0"/>
                </a:lnTo>
                <a:lnTo>
                  <a:pt x="38100" y="2085975"/>
                </a:lnTo>
                <a:lnTo>
                  <a:pt x="38100" y="2085975"/>
                </a:lnTo>
                <a:cubicBezTo>
                  <a:pt x="17072" y="2085975"/>
                  <a:pt x="0" y="2068903"/>
                  <a:pt x="0" y="20478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3B18A"/>
          </a:solidFill>
        </p:spPr>
      </p:sp>
      <p:sp>
        <p:nvSpPr>
          <p:cNvPr id="25" name="Shape 23"/>
          <p:cNvSpPr/>
          <p:nvPr/>
        </p:nvSpPr>
        <p:spPr>
          <a:xfrm>
            <a:off x="7520880" y="1790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A3B18A">
              <a:alpha val="20000"/>
            </a:srgbClr>
          </a:solidFill>
        </p:spPr>
      </p:sp>
      <p:sp>
        <p:nvSpPr>
          <p:cNvPr id="26" name="Shape 24"/>
          <p:cNvSpPr/>
          <p:nvPr/>
        </p:nvSpPr>
        <p:spPr>
          <a:xfrm>
            <a:off x="7654230" y="19240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14114" y="120960"/>
                </a:moveTo>
                <a:lnTo>
                  <a:pt x="60424" y="141610"/>
                </a:lnTo>
                <a:cubicBezTo>
                  <a:pt x="53206" y="144400"/>
                  <a:pt x="46100" y="137294"/>
                  <a:pt x="48890" y="130076"/>
                </a:cubicBezTo>
                <a:lnTo>
                  <a:pt x="69540" y="76386"/>
                </a:lnTo>
                <a:cubicBezTo>
                  <a:pt x="70768" y="73223"/>
                  <a:pt x="73223" y="70768"/>
                  <a:pt x="76386" y="69540"/>
                </a:cubicBezTo>
                <a:lnTo>
                  <a:pt x="130076" y="48890"/>
                </a:lnTo>
                <a:cubicBezTo>
                  <a:pt x="137294" y="46100"/>
                  <a:pt x="144400" y="53206"/>
                  <a:pt x="141610" y="60424"/>
                </a:cubicBezTo>
                <a:lnTo>
                  <a:pt x="120960" y="114114"/>
                </a:lnTo>
                <a:cubicBezTo>
                  <a:pt x="119769" y="117277"/>
                  <a:pt x="117277" y="119732"/>
                  <a:pt x="114114" y="120960"/>
                </a:cubicBezTo>
                <a:close/>
                <a:moveTo>
                  <a:pt x="107156" y="95250"/>
                </a:moveTo>
                <a:cubicBezTo>
                  <a:pt x="107156" y="88679"/>
                  <a:pt x="101821" y="83344"/>
                  <a:pt x="95250" y="83344"/>
                </a:cubicBezTo>
                <a:cubicBezTo>
                  <a:pt x="88679" y="83344"/>
                  <a:pt x="83344" y="88679"/>
                  <a:pt x="83344" y="95250"/>
                </a:cubicBezTo>
                <a:cubicBezTo>
                  <a:pt x="83344" y="101821"/>
                  <a:pt x="88679" y="107156"/>
                  <a:pt x="95250" y="107156"/>
                </a:cubicBezTo>
                <a:cubicBezTo>
                  <a:pt x="101821" y="107156"/>
                  <a:pt x="107156" y="101821"/>
                  <a:pt x="107156" y="95250"/>
                </a:cubicBezTo>
                <a:close/>
              </a:path>
            </a:pathLst>
          </a:custGeom>
          <a:solidFill>
            <a:srgbClr val="585C45"/>
          </a:solidFill>
        </p:spPr>
      </p:sp>
      <p:sp>
        <p:nvSpPr>
          <p:cNvPr id="27" name="Text 25"/>
          <p:cNvSpPr/>
          <p:nvPr/>
        </p:nvSpPr>
        <p:spPr>
          <a:xfrm>
            <a:off x="7520880" y="2362200"/>
            <a:ext cx="1905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85C45"/>
                </a:solidFill>
                <a:latin typeface="Unna" panose="02040503070705020203" pitchFamily="34" charset="0"/>
                <a:ea typeface="Unna" panose="02040503070705020203" pitchFamily="34" charset="-122"/>
                <a:cs typeface="Unna" panose="02040503070705020203" pitchFamily="34" charset="-120"/>
              </a:rPr>
              <a:t>Sense of Purpose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520880" y="2705100"/>
            <a:ext cx="1895475" cy="8667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A3A3A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Feeling of meaning and direction in life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665891" y="1638300"/>
            <a:ext cx="2143125" cy="2085975"/>
          </a:xfrm>
          <a:custGeom>
            <a:avLst/>
            <a:gdLst/>
            <a:ahLst/>
            <a:cxnLst/>
            <a:rect l="l" t="t" r="r" b="b"/>
            <a:pathLst>
              <a:path w="2143125" h="2085975">
                <a:moveTo>
                  <a:pt x="38100" y="0"/>
                </a:moveTo>
                <a:lnTo>
                  <a:pt x="2028834" y="0"/>
                </a:lnTo>
                <a:cubicBezTo>
                  <a:pt x="2091955" y="0"/>
                  <a:pt x="2143125" y="51170"/>
                  <a:pt x="2143125" y="114291"/>
                </a:cubicBezTo>
                <a:lnTo>
                  <a:pt x="2143125" y="1971684"/>
                </a:lnTo>
                <a:cubicBezTo>
                  <a:pt x="2143125" y="2034805"/>
                  <a:pt x="2091955" y="2085975"/>
                  <a:pt x="2028834" y="2085975"/>
                </a:cubicBezTo>
                <a:lnTo>
                  <a:pt x="38100" y="2085975"/>
                </a:lnTo>
                <a:cubicBezTo>
                  <a:pt x="17072" y="2085975"/>
                  <a:pt x="0" y="2068903"/>
                  <a:pt x="0" y="20478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665891" y="1638300"/>
            <a:ext cx="38100" cy="2085975"/>
          </a:xfrm>
          <a:custGeom>
            <a:avLst/>
            <a:gdLst/>
            <a:ahLst/>
            <a:cxnLst/>
            <a:rect l="l" t="t" r="r" b="b"/>
            <a:pathLst>
              <a:path w="38100" h="2085975">
                <a:moveTo>
                  <a:pt x="38100" y="0"/>
                </a:moveTo>
                <a:lnTo>
                  <a:pt x="38100" y="0"/>
                </a:lnTo>
                <a:lnTo>
                  <a:pt x="38100" y="2085975"/>
                </a:lnTo>
                <a:lnTo>
                  <a:pt x="38100" y="2085975"/>
                </a:lnTo>
                <a:cubicBezTo>
                  <a:pt x="17072" y="2085975"/>
                  <a:pt x="0" y="2068903"/>
                  <a:pt x="0" y="20478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31" name="Shape 29"/>
          <p:cNvSpPr/>
          <p:nvPr/>
        </p:nvSpPr>
        <p:spPr>
          <a:xfrm>
            <a:off x="9837341" y="1790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9970691" y="19240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585C45"/>
          </a:solidFill>
        </p:spPr>
      </p:sp>
      <p:sp>
        <p:nvSpPr>
          <p:cNvPr id="33" name="Text 31"/>
          <p:cNvSpPr/>
          <p:nvPr/>
        </p:nvSpPr>
        <p:spPr>
          <a:xfrm>
            <a:off x="9837341" y="2362200"/>
            <a:ext cx="1905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85C45"/>
                </a:solidFill>
                <a:latin typeface="Unna" panose="02040503070705020203" pitchFamily="34" charset="0"/>
                <a:ea typeface="Unna" panose="02040503070705020203" pitchFamily="34" charset="-122"/>
                <a:cs typeface="Unna" panose="02040503070705020203" pitchFamily="34" charset="-120"/>
              </a:rPr>
              <a:t>Anxiety Levels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837341" y="2705100"/>
            <a:ext cx="1895475" cy="8667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A3A3A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Frequency and intensity of anxious thoughts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00050" y="3876675"/>
            <a:ext cx="2143125" cy="1876425"/>
          </a:xfrm>
          <a:custGeom>
            <a:avLst/>
            <a:gdLst/>
            <a:ahLst/>
            <a:cxnLst/>
            <a:rect l="l" t="t" r="r" b="b"/>
            <a:pathLst>
              <a:path w="2143125" h="1876425">
                <a:moveTo>
                  <a:pt x="38100" y="0"/>
                </a:moveTo>
                <a:lnTo>
                  <a:pt x="2028832" y="0"/>
                </a:lnTo>
                <a:cubicBezTo>
                  <a:pt x="2091954" y="0"/>
                  <a:pt x="2143125" y="51171"/>
                  <a:pt x="2143125" y="114293"/>
                </a:cubicBezTo>
                <a:lnTo>
                  <a:pt x="2143125" y="1762132"/>
                </a:lnTo>
                <a:cubicBezTo>
                  <a:pt x="2143125" y="1825254"/>
                  <a:pt x="2091954" y="1876425"/>
                  <a:pt x="2028832" y="1876425"/>
                </a:cubicBezTo>
                <a:lnTo>
                  <a:pt x="38100" y="1876425"/>
                </a:lnTo>
                <a:cubicBezTo>
                  <a:pt x="17058" y="1876425"/>
                  <a:pt x="0" y="1859367"/>
                  <a:pt x="0" y="18383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00050" y="3876675"/>
            <a:ext cx="38100" cy="1876425"/>
          </a:xfrm>
          <a:custGeom>
            <a:avLst/>
            <a:gdLst/>
            <a:ahLst/>
            <a:cxnLst/>
            <a:rect l="l" t="t" r="r" b="b"/>
            <a:pathLst>
              <a:path w="38100" h="1876425">
                <a:moveTo>
                  <a:pt x="38100" y="0"/>
                </a:moveTo>
                <a:lnTo>
                  <a:pt x="38100" y="0"/>
                </a:lnTo>
                <a:lnTo>
                  <a:pt x="38100" y="1876425"/>
                </a:lnTo>
                <a:lnTo>
                  <a:pt x="38100" y="1876425"/>
                </a:lnTo>
                <a:cubicBezTo>
                  <a:pt x="17072" y="1876425"/>
                  <a:pt x="0" y="1859353"/>
                  <a:pt x="0" y="18383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85C45"/>
          </a:solidFill>
        </p:spPr>
      </p:sp>
      <p:sp>
        <p:nvSpPr>
          <p:cNvPr id="37" name="Shape 35"/>
          <p:cNvSpPr/>
          <p:nvPr/>
        </p:nvSpPr>
        <p:spPr>
          <a:xfrm>
            <a:off x="571500" y="40290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585C45">
              <a:alpha val="20000"/>
            </a:srgbClr>
          </a:solidFill>
        </p:spPr>
      </p:sp>
      <p:sp>
        <p:nvSpPr>
          <p:cNvPr id="38" name="Shape 36"/>
          <p:cNvSpPr/>
          <p:nvPr/>
        </p:nvSpPr>
        <p:spPr>
          <a:xfrm>
            <a:off x="704850" y="41624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78594"/>
                </a:moveTo>
                <a:cubicBezTo>
                  <a:pt x="147861" y="178594"/>
                  <a:pt x="190500" y="138596"/>
                  <a:pt x="190500" y="89297"/>
                </a:cubicBezTo>
                <a:cubicBezTo>
                  <a:pt x="190500" y="39998"/>
                  <a:pt x="147861" y="0"/>
                  <a:pt x="95250" y="0"/>
                </a:cubicBezTo>
                <a:cubicBezTo>
                  <a:pt x="42639" y="0"/>
                  <a:pt x="0" y="39998"/>
                  <a:pt x="0" y="89297"/>
                </a:cubicBezTo>
                <a:cubicBezTo>
                  <a:pt x="0" y="109500"/>
                  <a:pt x="7144" y="128104"/>
                  <a:pt x="19199" y="143061"/>
                </a:cubicBezTo>
                <a:lnTo>
                  <a:pt x="1042" y="177403"/>
                </a:lnTo>
                <a:cubicBezTo>
                  <a:pt x="-744" y="180752"/>
                  <a:pt x="-186" y="184845"/>
                  <a:pt x="2381" y="187635"/>
                </a:cubicBezTo>
                <a:cubicBezTo>
                  <a:pt x="4949" y="190426"/>
                  <a:pt x="9004" y="191281"/>
                  <a:pt x="12464" y="189793"/>
                </a:cubicBezTo>
                <a:lnTo>
                  <a:pt x="56517" y="170929"/>
                </a:lnTo>
                <a:cubicBezTo>
                  <a:pt x="68349" y="175840"/>
                  <a:pt x="81446" y="178594"/>
                  <a:pt x="95250" y="178594"/>
                </a:cubicBezTo>
                <a:close/>
                <a:moveTo>
                  <a:pt x="47625" y="77391"/>
                </a:moveTo>
                <a:cubicBezTo>
                  <a:pt x="54196" y="77391"/>
                  <a:pt x="59531" y="82726"/>
                  <a:pt x="59531" y="89297"/>
                </a:cubicBezTo>
                <a:cubicBezTo>
                  <a:pt x="59531" y="95868"/>
                  <a:pt x="54196" y="101203"/>
                  <a:pt x="47625" y="101203"/>
                </a:cubicBezTo>
                <a:cubicBezTo>
                  <a:pt x="41054" y="101203"/>
                  <a:pt x="35719" y="95868"/>
                  <a:pt x="35719" y="89297"/>
                </a:cubicBezTo>
                <a:cubicBezTo>
                  <a:pt x="35719" y="82726"/>
                  <a:pt x="41054" y="77391"/>
                  <a:pt x="47625" y="77391"/>
                </a:cubicBezTo>
                <a:close/>
                <a:moveTo>
                  <a:pt x="95250" y="77391"/>
                </a:moveTo>
                <a:cubicBezTo>
                  <a:pt x="101821" y="77391"/>
                  <a:pt x="107156" y="82726"/>
                  <a:pt x="107156" y="89297"/>
                </a:cubicBezTo>
                <a:cubicBezTo>
                  <a:pt x="107156" y="95868"/>
                  <a:pt x="101821" y="101203"/>
                  <a:pt x="95250" y="101203"/>
                </a:cubicBezTo>
                <a:cubicBezTo>
                  <a:pt x="88679" y="101203"/>
                  <a:pt x="83344" y="95868"/>
                  <a:pt x="83344" y="89297"/>
                </a:cubicBezTo>
                <a:cubicBezTo>
                  <a:pt x="83344" y="82726"/>
                  <a:pt x="88679" y="77391"/>
                  <a:pt x="95250" y="77391"/>
                </a:cubicBezTo>
                <a:close/>
                <a:moveTo>
                  <a:pt x="130969" y="89297"/>
                </a:moveTo>
                <a:cubicBezTo>
                  <a:pt x="130969" y="82726"/>
                  <a:pt x="136304" y="77391"/>
                  <a:pt x="142875" y="77391"/>
                </a:cubicBezTo>
                <a:cubicBezTo>
                  <a:pt x="149446" y="77391"/>
                  <a:pt x="154781" y="82726"/>
                  <a:pt x="154781" y="89297"/>
                </a:cubicBezTo>
                <a:cubicBezTo>
                  <a:pt x="154781" y="95868"/>
                  <a:pt x="149446" y="101203"/>
                  <a:pt x="142875" y="101203"/>
                </a:cubicBezTo>
                <a:cubicBezTo>
                  <a:pt x="136304" y="101203"/>
                  <a:pt x="130969" y="95868"/>
                  <a:pt x="130969" y="89297"/>
                </a:cubicBezTo>
                <a:close/>
              </a:path>
            </a:pathLst>
          </a:custGeom>
          <a:solidFill>
            <a:srgbClr val="585C45"/>
          </a:solidFill>
        </p:spPr>
      </p:sp>
      <p:sp>
        <p:nvSpPr>
          <p:cNvPr id="39" name="Text 37"/>
          <p:cNvSpPr/>
          <p:nvPr/>
        </p:nvSpPr>
        <p:spPr>
          <a:xfrm>
            <a:off x="571500" y="4600575"/>
            <a:ext cx="1905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85C45"/>
                </a:solidFill>
                <a:latin typeface="Unna" panose="02040503070705020203" pitchFamily="34" charset="0"/>
                <a:ea typeface="Unna" panose="02040503070705020203" pitchFamily="34" charset="-122"/>
                <a:cs typeface="Unna" panose="02040503070705020203" pitchFamily="34" charset="-120"/>
              </a:rPr>
              <a:t>Self-Talk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71500" y="4943475"/>
            <a:ext cx="1895475" cy="657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A3A3A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Nature of internal dialogue and self-perception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2716510" y="3876675"/>
            <a:ext cx="2143125" cy="1876425"/>
          </a:xfrm>
          <a:custGeom>
            <a:avLst/>
            <a:gdLst/>
            <a:ahLst/>
            <a:cxnLst/>
            <a:rect l="l" t="t" r="r" b="b"/>
            <a:pathLst>
              <a:path w="2143125" h="1876425">
                <a:moveTo>
                  <a:pt x="38100" y="0"/>
                </a:moveTo>
                <a:lnTo>
                  <a:pt x="2028832" y="0"/>
                </a:lnTo>
                <a:cubicBezTo>
                  <a:pt x="2091954" y="0"/>
                  <a:pt x="2143125" y="51171"/>
                  <a:pt x="2143125" y="114293"/>
                </a:cubicBezTo>
                <a:lnTo>
                  <a:pt x="2143125" y="1762132"/>
                </a:lnTo>
                <a:cubicBezTo>
                  <a:pt x="2143125" y="1825254"/>
                  <a:pt x="2091954" y="1876425"/>
                  <a:pt x="2028832" y="1876425"/>
                </a:cubicBezTo>
                <a:lnTo>
                  <a:pt x="38100" y="1876425"/>
                </a:lnTo>
                <a:cubicBezTo>
                  <a:pt x="17058" y="1876425"/>
                  <a:pt x="0" y="1859367"/>
                  <a:pt x="0" y="18383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716510" y="3876675"/>
            <a:ext cx="38100" cy="1876425"/>
          </a:xfrm>
          <a:custGeom>
            <a:avLst/>
            <a:gdLst/>
            <a:ahLst/>
            <a:cxnLst/>
            <a:rect l="l" t="t" r="r" b="b"/>
            <a:pathLst>
              <a:path w="38100" h="1876425">
                <a:moveTo>
                  <a:pt x="38100" y="0"/>
                </a:moveTo>
                <a:lnTo>
                  <a:pt x="38100" y="0"/>
                </a:lnTo>
                <a:lnTo>
                  <a:pt x="38100" y="1876425"/>
                </a:lnTo>
                <a:lnTo>
                  <a:pt x="38100" y="1876425"/>
                </a:lnTo>
                <a:cubicBezTo>
                  <a:pt x="17072" y="1876425"/>
                  <a:pt x="0" y="1859353"/>
                  <a:pt x="0" y="18383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3B18A"/>
          </a:solidFill>
        </p:spPr>
      </p:sp>
      <p:sp>
        <p:nvSpPr>
          <p:cNvPr id="43" name="Shape 41"/>
          <p:cNvSpPr/>
          <p:nvPr/>
        </p:nvSpPr>
        <p:spPr>
          <a:xfrm>
            <a:off x="2887960" y="40290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A3B18A">
              <a:alpha val="20000"/>
            </a:srgbClr>
          </a:solidFill>
        </p:spPr>
      </p:sp>
      <p:sp>
        <p:nvSpPr>
          <p:cNvPr id="44" name="Shape 42"/>
          <p:cNvSpPr/>
          <p:nvPr/>
        </p:nvSpPr>
        <p:spPr>
          <a:xfrm>
            <a:off x="3021310" y="41624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585C45"/>
          </a:solidFill>
        </p:spPr>
      </p:sp>
      <p:sp>
        <p:nvSpPr>
          <p:cNvPr id="45" name="Text 43"/>
          <p:cNvSpPr/>
          <p:nvPr/>
        </p:nvSpPr>
        <p:spPr>
          <a:xfrm>
            <a:off x="2887960" y="4600575"/>
            <a:ext cx="1905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85C45"/>
                </a:solidFill>
                <a:latin typeface="Unna" panose="02040503070705020203" pitchFamily="34" charset="0"/>
                <a:ea typeface="Unna" panose="02040503070705020203" pitchFamily="34" charset="-122"/>
                <a:cs typeface="Unna" panose="02040503070705020203" pitchFamily="34" charset="-120"/>
              </a:rPr>
              <a:t>Focus &amp; Clarity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2887960" y="4943475"/>
            <a:ext cx="1895475" cy="657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A3A3A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Ability to concentrate and maintain mental clarity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032971" y="3876675"/>
            <a:ext cx="2143125" cy="1876425"/>
          </a:xfrm>
          <a:custGeom>
            <a:avLst/>
            <a:gdLst/>
            <a:ahLst/>
            <a:cxnLst/>
            <a:rect l="l" t="t" r="r" b="b"/>
            <a:pathLst>
              <a:path w="2143125" h="1876425">
                <a:moveTo>
                  <a:pt x="38100" y="0"/>
                </a:moveTo>
                <a:lnTo>
                  <a:pt x="2028832" y="0"/>
                </a:lnTo>
                <a:cubicBezTo>
                  <a:pt x="2091954" y="0"/>
                  <a:pt x="2143125" y="51171"/>
                  <a:pt x="2143125" y="114293"/>
                </a:cubicBezTo>
                <a:lnTo>
                  <a:pt x="2143125" y="1762132"/>
                </a:lnTo>
                <a:cubicBezTo>
                  <a:pt x="2143125" y="1825254"/>
                  <a:pt x="2091954" y="1876425"/>
                  <a:pt x="2028832" y="1876425"/>
                </a:cubicBezTo>
                <a:lnTo>
                  <a:pt x="38100" y="1876425"/>
                </a:lnTo>
                <a:cubicBezTo>
                  <a:pt x="17058" y="1876425"/>
                  <a:pt x="0" y="1859367"/>
                  <a:pt x="0" y="18383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032971" y="3876675"/>
            <a:ext cx="38100" cy="1876425"/>
          </a:xfrm>
          <a:custGeom>
            <a:avLst/>
            <a:gdLst/>
            <a:ahLst/>
            <a:cxnLst/>
            <a:rect l="l" t="t" r="r" b="b"/>
            <a:pathLst>
              <a:path w="38100" h="1876425">
                <a:moveTo>
                  <a:pt x="38100" y="0"/>
                </a:moveTo>
                <a:lnTo>
                  <a:pt x="38100" y="0"/>
                </a:lnTo>
                <a:lnTo>
                  <a:pt x="38100" y="1876425"/>
                </a:lnTo>
                <a:lnTo>
                  <a:pt x="38100" y="1876425"/>
                </a:lnTo>
                <a:cubicBezTo>
                  <a:pt x="17072" y="1876425"/>
                  <a:pt x="0" y="1859353"/>
                  <a:pt x="0" y="18383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49" name="Shape 47"/>
          <p:cNvSpPr/>
          <p:nvPr/>
        </p:nvSpPr>
        <p:spPr>
          <a:xfrm>
            <a:off x="5204421" y="40290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50" name="Shape 48"/>
          <p:cNvSpPr/>
          <p:nvPr/>
        </p:nvSpPr>
        <p:spPr>
          <a:xfrm>
            <a:off x="5349677" y="41624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95436" y="-11906"/>
                </a:moveTo>
                <a:cubicBezTo>
                  <a:pt x="106936" y="-11906"/>
                  <a:pt x="116272" y="-2570"/>
                  <a:pt x="116272" y="8930"/>
                </a:cubicBezTo>
                <a:cubicBezTo>
                  <a:pt x="116272" y="20429"/>
                  <a:pt x="106936" y="29766"/>
                  <a:pt x="95436" y="29766"/>
                </a:cubicBezTo>
                <a:cubicBezTo>
                  <a:pt x="83936" y="29766"/>
                  <a:pt x="74600" y="20429"/>
                  <a:pt x="74600" y="8930"/>
                </a:cubicBezTo>
                <a:cubicBezTo>
                  <a:pt x="74600" y="-2570"/>
                  <a:pt x="83936" y="-11906"/>
                  <a:pt x="95436" y="-11906"/>
                </a:cubicBezTo>
                <a:close/>
                <a:moveTo>
                  <a:pt x="45988" y="65484"/>
                </a:moveTo>
                <a:cubicBezTo>
                  <a:pt x="44760" y="65484"/>
                  <a:pt x="43681" y="66229"/>
                  <a:pt x="43235" y="67345"/>
                </a:cubicBezTo>
                <a:lnTo>
                  <a:pt x="35049" y="87771"/>
                </a:lnTo>
                <a:cubicBezTo>
                  <a:pt x="32593" y="93873"/>
                  <a:pt x="25673" y="96850"/>
                  <a:pt x="19571" y="94394"/>
                </a:cubicBezTo>
                <a:cubicBezTo>
                  <a:pt x="13469" y="91939"/>
                  <a:pt x="10492" y="85018"/>
                  <a:pt x="12948" y="78916"/>
                </a:cubicBezTo>
                <a:lnTo>
                  <a:pt x="21096" y="58489"/>
                </a:lnTo>
                <a:cubicBezTo>
                  <a:pt x="25189" y="48332"/>
                  <a:pt x="35012" y="41672"/>
                  <a:pt x="45988" y="41672"/>
                </a:cubicBezTo>
                <a:lnTo>
                  <a:pt x="82190" y="41672"/>
                </a:lnTo>
                <a:cubicBezTo>
                  <a:pt x="92794" y="41672"/>
                  <a:pt x="102580" y="47290"/>
                  <a:pt x="107900" y="56443"/>
                </a:cubicBezTo>
                <a:lnTo>
                  <a:pt x="120104" y="77391"/>
                </a:lnTo>
                <a:lnTo>
                  <a:pt x="143024" y="77391"/>
                </a:lnTo>
                <a:cubicBezTo>
                  <a:pt x="149609" y="77391"/>
                  <a:pt x="154930" y="82711"/>
                  <a:pt x="154930" y="89297"/>
                </a:cubicBezTo>
                <a:cubicBezTo>
                  <a:pt x="154930" y="95883"/>
                  <a:pt x="149609" y="101203"/>
                  <a:pt x="143024" y="101203"/>
                </a:cubicBezTo>
                <a:lnTo>
                  <a:pt x="120104" y="101203"/>
                </a:lnTo>
                <a:cubicBezTo>
                  <a:pt x="111621" y="101203"/>
                  <a:pt x="103808" y="96701"/>
                  <a:pt x="99529" y="89371"/>
                </a:cubicBezTo>
                <a:lnTo>
                  <a:pt x="95808" y="83009"/>
                </a:lnTo>
                <a:lnTo>
                  <a:pt x="88106" y="109203"/>
                </a:lnTo>
                <a:lnTo>
                  <a:pt x="116160" y="117611"/>
                </a:lnTo>
                <a:cubicBezTo>
                  <a:pt x="126467" y="120700"/>
                  <a:pt x="131713" y="132122"/>
                  <a:pt x="127360" y="141982"/>
                </a:cubicBezTo>
                <a:lnTo>
                  <a:pt x="106300" y="189384"/>
                </a:lnTo>
                <a:cubicBezTo>
                  <a:pt x="103622" y="195411"/>
                  <a:pt x="96589" y="198090"/>
                  <a:pt x="90599" y="195411"/>
                </a:cubicBezTo>
                <a:cubicBezTo>
                  <a:pt x="84609" y="192732"/>
                  <a:pt x="81893" y="185700"/>
                  <a:pt x="84572" y="179710"/>
                </a:cubicBezTo>
                <a:lnTo>
                  <a:pt x="102877" y="138485"/>
                </a:lnTo>
                <a:lnTo>
                  <a:pt x="67196" y="127769"/>
                </a:lnTo>
                <a:cubicBezTo>
                  <a:pt x="55029" y="124123"/>
                  <a:pt x="47848" y="111509"/>
                  <a:pt x="50936" y="99194"/>
                </a:cubicBezTo>
                <a:lnTo>
                  <a:pt x="59382" y="65484"/>
                </a:lnTo>
                <a:lnTo>
                  <a:pt x="46025" y="65484"/>
                </a:lnTo>
                <a:close/>
                <a:moveTo>
                  <a:pt x="43011" y="132829"/>
                </a:moveTo>
                <a:cubicBezTo>
                  <a:pt x="47960" y="138373"/>
                  <a:pt x="54434" y="142615"/>
                  <a:pt x="62061" y="144884"/>
                </a:cubicBezTo>
                <a:lnTo>
                  <a:pt x="63810" y="145405"/>
                </a:lnTo>
                <a:lnTo>
                  <a:pt x="61243" y="152586"/>
                </a:lnTo>
                <a:cubicBezTo>
                  <a:pt x="59085" y="158651"/>
                  <a:pt x="55290" y="164046"/>
                  <a:pt x="50341" y="168139"/>
                </a:cubicBezTo>
                <a:lnTo>
                  <a:pt x="19683" y="193402"/>
                </a:lnTo>
                <a:cubicBezTo>
                  <a:pt x="14622" y="197569"/>
                  <a:pt x="7107" y="196862"/>
                  <a:pt x="2939" y="191802"/>
                </a:cubicBezTo>
                <a:cubicBezTo>
                  <a:pt x="-1228" y="186742"/>
                  <a:pt x="-521" y="179226"/>
                  <a:pt x="4539" y="175059"/>
                </a:cubicBezTo>
                <a:lnTo>
                  <a:pt x="35198" y="149796"/>
                </a:lnTo>
                <a:cubicBezTo>
                  <a:pt x="36872" y="148419"/>
                  <a:pt x="38100" y="146633"/>
                  <a:pt x="38844" y="144624"/>
                </a:cubicBezTo>
                <a:lnTo>
                  <a:pt x="43011" y="132829"/>
                </a:lnTo>
                <a:close/>
              </a:path>
            </a:pathLst>
          </a:custGeom>
          <a:solidFill>
            <a:srgbClr val="585C45"/>
          </a:solidFill>
        </p:spPr>
      </p:sp>
      <p:sp>
        <p:nvSpPr>
          <p:cNvPr id="51" name="Text 49"/>
          <p:cNvSpPr/>
          <p:nvPr/>
        </p:nvSpPr>
        <p:spPr>
          <a:xfrm>
            <a:off x="5204421" y="4600575"/>
            <a:ext cx="1905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85C45"/>
                </a:solidFill>
                <a:latin typeface="Unna" panose="02040503070705020203" pitchFamily="34" charset="0"/>
                <a:ea typeface="Unna" panose="02040503070705020203" pitchFamily="34" charset="-122"/>
                <a:cs typeface="Unna" panose="02040503070705020203" pitchFamily="34" charset="-120"/>
              </a:rPr>
              <a:t>Physical Care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204421" y="4943475"/>
            <a:ext cx="1895475" cy="657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A3A3A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Attention to physical health and self-care routines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349430" y="3876675"/>
            <a:ext cx="2143125" cy="1876425"/>
          </a:xfrm>
          <a:custGeom>
            <a:avLst/>
            <a:gdLst/>
            <a:ahLst/>
            <a:cxnLst/>
            <a:rect l="l" t="t" r="r" b="b"/>
            <a:pathLst>
              <a:path w="2143125" h="1876425">
                <a:moveTo>
                  <a:pt x="38100" y="0"/>
                </a:moveTo>
                <a:lnTo>
                  <a:pt x="2028832" y="0"/>
                </a:lnTo>
                <a:cubicBezTo>
                  <a:pt x="2091954" y="0"/>
                  <a:pt x="2143125" y="51171"/>
                  <a:pt x="2143125" y="114293"/>
                </a:cubicBezTo>
                <a:lnTo>
                  <a:pt x="2143125" y="1762132"/>
                </a:lnTo>
                <a:cubicBezTo>
                  <a:pt x="2143125" y="1825254"/>
                  <a:pt x="2091954" y="1876425"/>
                  <a:pt x="2028832" y="1876425"/>
                </a:cubicBezTo>
                <a:lnTo>
                  <a:pt x="38100" y="1876425"/>
                </a:lnTo>
                <a:cubicBezTo>
                  <a:pt x="17058" y="1876425"/>
                  <a:pt x="0" y="1859367"/>
                  <a:pt x="0" y="18383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7349430" y="3876675"/>
            <a:ext cx="38100" cy="1876425"/>
          </a:xfrm>
          <a:custGeom>
            <a:avLst/>
            <a:gdLst/>
            <a:ahLst/>
            <a:cxnLst/>
            <a:rect l="l" t="t" r="r" b="b"/>
            <a:pathLst>
              <a:path w="38100" h="1876425">
                <a:moveTo>
                  <a:pt x="38100" y="0"/>
                </a:moveTo>
                <a:lnTo>
                  <a:pt x="38100" y="0"/>
                </a:lnTo>
                <a:lnTo>
                  <a:pt x="38100" y="1876425"/>
                </a:lnTo>
                <a:lnTo>
                  <a:pt x="38100" y="1876425"/>
                </a:lnTo>
                <a:cubicBezTo>
                  <a:pt x="17072" y="1876425"/>
                  <a:pt x="0" y="1859353"/>
                  <a:pt x="0" y="18383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85C45"/>
          </a:solidFill>
        </p:spPr>
      </p:sp>
      <p:sp>
        <p:nvSpPr>
          <p:cNvPr id="55" name="Shape 53"/>
          <p:cNvSpPr/>
          <p:nvPr/>
        </p:nvSpPr>
        <p:spPr>
          <a:xfrm>
            <a:off x="7520880" y="40290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585C45">
              <a:alpha val="20000"/>
            </a:srgbClr>
          </a:solidFill>
        </p:spPr>
      </p:sp>
      <p:sp>
        <p:nvSpPr>
          <p:cNvPr id="56" name="Shape 54"/>
          <p:cNvSpPr/>
          <p:nvPr/>
        </p:nvSpPr>
        <p:spPr>
          <a:xfrm>
            <a:off x="7654230" y="41624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436" y="0"/>
                </a:moveTo>
                <a:cubicBezTo>
                  <a:pt x="100905" y="0"/>
                  <a:pt x="105928" y="3014"/>
                  <a:pt x="108533" y="7813"/>
                </a:cubicBezTo>
                <a:lnTo>
                  <a:pt x="188900" y="156642"/>
                </a:lnTo>
                <a:cubicBezTo>
                  <a:pt x="191393" y="161255"/>
                  <a:pt x="191281" y="166836"/>
                  <a:pt x="188602" y="171338"/>
                </a:cubicBezTo>
                <a:cubicBezTo>
                  <a:pt x="185924" y="175840"/>
                  <a:pt x="181049" y="178594"/>
                  <a:pt x="175840" y="178594"/>
                </a:cubicBezTo>
                <a:lnTo>
                  <a:pt x="15106" y="178594"/>
                </a:lnTo>
                <a:cubicBezTo>
                  <a:pt x="9860" y="178594"/>
                  <a:pt x="5023" y="175840"/>
                  <a:pt x="2344" y="171338"/>
                </a:cubicBezTo>
                <a:cubicBezTo>
                  <a:pt x="-335" y="166836"/>
                  <a:pt x="-446" y="161255"/>
                  <a:pt x="2046" y="156642"/>
                </a:cubicBezTo>
                <a:lnTo>
                  <a:pt x="82414" y="7813"/>
                </a:lnTo>
                <a:lnTo>
                  <a:pt x="83493" y="6102"/>
                </a:lnTo>
                <a:cubicBezTo>
                  <a:pt x="86209" y="2307"/>
                  <a:pt x="90636" y="0"/>
                  <a:pt x="95436" y="0"/>
                </a:cubicBezTo>
                <a:close/>
                <a:moveTo>
                  <a:pt x="63401" y="92980"/>
                </a:moveTo>
                <a:lnTo>
                  <a:pt x="73372" y="102952"/>
                </a:lnTo>
                <a:cubicBezTo>
                  <a:pt x="75679" y="105259"/>
                  <a:pt x="79474" y="105259"/>
                  <a:pt x="81781" y="102952"/>
                </a:cubicBezTo>
                <a:lnTo>
                  <a:pt x="97892" y="86841"/>
                </a:lnTo>
                <a:cubicBezTo>
                  <a:pt x="100124" y="84609"/>
                  <a:pt x="103138" y="83344"/>
                  <a:pt x="106300" y="83344"/>
                </a:cubicBezTo>
                <a:lnTo>
                  <a:pt x="122225" y="83344"/>
                </a:lnTo>
                <a:lnTo>
                  <a:pt x="95399" y="33672"/>
                </a:lnTo>
                <a:lnTo>
                  <a:pt x="63364" y="92980"/>
                </a:lnTo>
                <a:close/>
              </a:path>
            </a:pathLst>
          </a:custGeom>
          <a:solidFill>
            <a:srgbClr val="585C45"/>
          </a:solidFill>
        </p:spPr>
      </p:sp>
      <p:sp>
        <p:nvSpPr>
          <p:cNvPr id="57" name="Text 55"/>
          <p:cNvSpPr/>
          <p:nvPr/>
        </p:nvSpPr>
        <p:spPr>
          <a:xfrm>
            <a:off x="7520880" y="4600575"/>
            <a:ext cx="1905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85C45"/>
                </a:solidFill>
                <a:latin typeface="Unna" panose="02040503070705020203" pitchFamily="34" charset="0"/>
                <a:ea typeface="Unna" panose="02040503070705020203" pitchFamily="34" charset="-122"/>
                <a:cs typeface="Unna" panose="02040503070705020203" pitchFamily="34" charset="-120"/>
              </a:rPr>
              <a:t>Stress Coping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520880" y="4943475"/>
            <a:ext cx="1895475" cy="657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A3A3A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Effectiveness of stress management strategies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9646841" y="3876675"/>
            <a:ext cx="2162175" cy="1876425"/>
          </a:xfrm>
          <a:custGeom>
            <a:avLst/>
            <a:gdLst/>
            <a:ahLst/>
            <a:cxnLst/>
            <a:rect l="l" t="t" r="r" b="b"/>
            <a:pathLst>
              <a:path w="2162175" h="1876425">
                <a:moveTo>
                  <a:pt x="114293" y="0"/>
                </a:moveTo>
                <a:lnTo>
                  <a:pt x="2047882" y="0"/>
                </a:lnTo>
                <a:cubicBezTo>
                  <a:pt x="2111004" y="0"/>
                  <a:pt x="2162175" y="51171"/>
                  <a:pt x="2162175" y="114293"/>
                </a:cubicBezTo>
                <a:lnTo>
                  <a:pt x="2162175" y="1762132"/>
                </a:lnTo>
                <a:cubicBezTo>
                  <a:pt x="2162175" y="1825254"/>
                  <a:pt x="2111004" y="1876425"/>
                  <a:pt x="2047882" y="1876425"/>
                </a:cubicBezTo>
                <a:lnTo>
                  <a:pt x="114293" y="1876425"/>
                </a:lnTo>
                <a:cubicBezTo>
                  <a:pt x="51171" y="1876425"/>
                  <a:pt x="0" y="1825254"/>
                  <a:pt x="0" y="17621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A3B18A"/>
              </a:gs>
              <a:gs pos="100000">
                <a:srgbClr val="D4A373"/>
              </a:gs>
            </a:gsLst>
            <a:lin ang="2700000" scaled="1"/>
          </a:gra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9799241" y="40290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8F6F2">
              <a:alpha val="30196"/>
            </a:srgbClr>
          </a:solidFill>
        </p:spPr>
      </p:sp>
      <p:sp>
        <p:nvSpPr>
          <p:cNvPr id="61" name="Shape 59"/>
          <p:cNvSpPr/>
          <p:nvPr/>
        </p:nvSpPr>
        <p:spPr>
          <a:xfrm>
            <a:off x="9920685" y="41624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66303" y="-3758"/>
                </a:moveTo>
                <a:cubicBezTo>
                  <a:pt x="69056" y="-4911"/>
                  <a:pt x="72182" y="-4576"/>
                  <a:pt x="74675" y="-2939"/>
                </a:cubicBezTo>
                <a:lnTo>
                  <a:pt x="107342" y="18715"/>
                </a:lnTo>
                <a:lnTo>
                  <a:pt x="140010" y="-2939"/>
                </a:lnTo>
                <a:cubicBezTo>
                  <a:pt x="142503" y="-4576"/>
                  <a:pt x="145628" y="-4874"/>
                  <a:pt x="148382" y="-3758"/>
                </a:cubicBezTo>
                <a:cubicBezTo>
                  <a:pt x="151135" y="-2642"/>
                  <a:pt x="153070" y="-186"/>
                  <a:pt x="153665" y="2716"/>
                </a:cubicBezTo>
                <a:lnTo>
                  <a:pt x="161441" y="41114"/>
                </a:lnTo>
                <a:lnTo>
                  <a:pt x="199839" y="48890"/>
                </a:lnTo>
                <a:cubicBezTo>
                  <a:pt x="202741" y="49485"/>
                  <a:pt x="205197" y="51495"/>
                  <a:pt x="206313" y="54211"/>
                </a:cubicBezTo>
                <a:cubicBezTo>
                  <a:pt x="207429" y="56927"/>
                  <a:pt x="207132" y="60089"/>
                  <a:pt x="205494" y="62582"/>
                </a:cubicBezTo>
                <a:lnTo>
                  <a:pt x="183840" y="95250"/>
                </a:lnTo>
                <a:lnTo>
                  <a:pt x="205494" y="127918"/>
                </a:lnTo>
                <a:cubicBezTo>
                  <a:pt x="207132" y="130411"/>
                  <a:pt x="207429" y="133536"/>
                  <a:pt x="206313" y="136289"/>
                </a:cubicBezTo>
                <a:cubicBezTo>
                  <a:pt x="205197" y="139043"/>
                  <a:pt x="202741" y="141052"/>
                  <a:pt x="199839" y="141610"/>
                </a:cubicBezTo>
                <a:lnTo>
                  <a:pt x="161404" y="149349"/>
                </a:lnTo>
                <a:lnTo>
                  <a:pt x="153665" y="187784"/>
                </a:lnTo>
                <a:cubicBezTo>
                  <a:pt x="153070" y="190686"/>
                  <a:pt x="151061" y="193142"/>
                  <a:pt x="148344" y="194258"/>
                </a:cubicBezTo>
                <a:cubicBezTo>
                  <a:pt x="145628" y="195374"/>
                  <a:pt x="142466" y="195076"/>
                  <a:pt x="139973" y="193439"/>
                </a:cubicBezTo>
                <a:lnTo>
                  <a:pt x="107305" y="171785"/>
                </a:lnTo>
                <a:lnTo>
                  <a:pt x="74637" y="193439"/>
                </a:lnTo>
                <a:cubicBezTo>
                  <a:pt x="72144" y="195076"/>
                  <a:pt x="69019" y="195374"/>
                  <a:pt x="66266" y="194258"/>
                </a:cubicBezTo>
                <a:cubicBezTo>
                  <a:pt x="63512" y="193142"/>
                  <a:pt x="61503" y="190686"/>
                  <a:pt x="60945" y="187784"/>
                </a:cubicBezTo>
                <a:lnTo>
                  <a:pt x="53206" y="149349"/>
                </a:lnTo>
                <a:lnTo>
                  <a:pt x="14771" y="141573"/>
                </a:lnTo>
                <a:cubicBezTo>
                  <a:pt x="11869" y="140977"/>
                  <a:pt x="9413" y="138968"/>
                  <a:pt x="8297" y="136252"/>
                </a:cubicBezTo>
                <a:cubicBezTo>
                  <a:pt x="7181" y="133536"/>
                  <a:pt x="7479" y="130373"/>
                  <a:pt x="9116" y="127881"/>
                </a:cubicBezTo>
                <a:lnTo>
                  <a:pt x="30770" y="95250"/>
                </a:lnTo>
                <a:lnTo>
                  <a:pt x="9116" y="62582"/>
                </a:lnTo>
                <a:cubicBezTo>
                  <a:pt x="7479" y="60089"/>
                  <a:pt x="7181" y="56964"/>
                  <a:pt x="8297" y="54211"/>
                </a:cubicBezTo>
                <a:cubicBezTo>
                  <a:pt x="9413" y="51457"/>
                  <a:pt x="11869" y="49448"/>
                  <a:pt x="14771" y="48890"/>
                </a:cubicBezTo>
                <a:lnTo>
                  <a:pt x="53206" y="41151"/>
                </a:lnTo>
                <a:lnTo>
                  <a:pt x="60982" y="2716"/>
                </a:lnTo>
                <a:cubicBezTo>
                  <a:pt x="61578" y="-186"/>
                  <a:pt x="63587" y="-2642"/>
                  <a:pt x="66303" y="-3758"/>
                </a:cubicBezTo>
                <a:close/>
                <a:moveTo>
                  <a:pt x="77242" y="95250"/>
                </a:moveTo>
                <a:cubicBezTo>
                  <a:pt x="77242" y="84563"/>
                  <a:pt x="82943" y="74687"/>
                  <a:pt x="92199" y="69343"/>
                </a:cubicBezTo>
                <a:cubicBezTo>
                  <a:pt x="101455" y="64000"/>
                  <a:pt x="112858" y="64000"/>
                  <a:pt x="122113" y="69343"/>
                </a:cubicBezTo>
                <a:cubicBezTo>
                  <a:pt x="131369" y="74687"/>
                  <a:pt x="137071" y="84563"/>
                  <a:pt x="137071" y="95250"/>
                </a:cubicBezTo>
                <a:cubicBezTo>
                  <a:pt x="137071" y="111760"/>
                  <a:pt x="123666" y="125164"/>
                  <a:pt x="107156" y="125164"/>
                </a:cubicBezTo>
                <a:cubicBezTo>
                  <a:pt x="90646" y="125164"/>
                  <a:pt x="77242" y="111760"/>
                  <a:pt x="77242" y="95250"/>
                </a:cubicBezTo>
                <a:close/>
                <a:moveTo>
                  <a:pt x="154930" y="95250"/>
                </a:moveTo>
                <a:cubicBezTo>
                  <a:pt x="154930" y="68883"/>
                  <a:pt x="133523" y="47476"/>
                  <a:pt x="107156" y="47476"/>
                </a:cubicBezTo>
                <a:cubicBezTo>
                  <a:pt x="80789" y="47476"/>
                  <a:pt x="59382" y="68883"/>
                  <a:pt x="59382" y="95250"/>
                </a:cubicBezTo>
                <a:cubicBezTo>
                  <a:pt x="59382" y="112318"/>
                  <a:pt x="68488" y="128089"/>
                  <a:pt x="83269" y="136623"/>
                </a:cubicBezTo>
                <a:cubicBezTo>
                  <a:pt x="98051" y="145157"/>
                  <a:pt x="116262" y="145157"/>
                  <a:pt x="131043" y="136623"/>
                </a:cubicBezTo>
                <a:cubicBezTo>
                  <a:pt x="145824" y="128089"/>
                  <a:pt x="154930" y="112318"/>
                  <a:pt x="154930" y="95250"/>
                </a:cubicBezTo>
                <a:close/>
              </a:path>
            </a:pathLst>
          </a:custGeom>
          <a:solidFill>
            <a:srgbClr val="F8F6F2"/>
          </a:solidFill>
        </p:spPr>
      </p:sp>
      <p:sp>
        <p:nvSpPr>
          <p:cNvPr id="62" name="Text 60"/>
          <p:cNvSpPr/>
          <p:nvPr/>
        </p:nvSpPr>
        <p:spPr>
          <a:xfrm>
            <a:off x="9799241" y="4600575"/>
            <a:ext cx="19431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6F2"/>
                </a:solidFill>
                <a:latin typeface="Unna" panose="02040503070705020203" pitchFamily="34" charset="0"/>
                <a:ea typeface="Unna" panose="02040503070705020203" pitchFamily="34" charset="-122"/>
                <a:cs typeface="Unna" panose="02040503070705020203" pitchFamily="34" charset="-120"/>
              </a:rPr>
              <a:t>Future Hope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9799241" y="4943475"/>
            <a:ext cx="1933575" cy="657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8F6F2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Optimism and positive outlook toward the future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381000" y="5905500"/>
            <a:ext cx="11430000" cy="571500"/>
          </a:xfrm>
          <a:custGeom>
            <a:avLst/>
            <a:gdLst/>
            <a:ahLst/>
            <a:cxnLst/>
            <a:rect l="l" t="t" r="r" b="b"/>
            <a:pathLst>
              <a:path w="11430000" h="571500">
                <a:moveTo>
                  <a:pt x="114300" y="0"/>
                </a:moveTo>
                <a:lnTo>
                  <a:pt x="11315700" y="0"/>
                </a:lnTo>
                <a:cubicBezTo>
                  <a:pt x="11378784" y="0"/>
                  <a:pt x="11430000" y="51216"/>
                  <a:pt x="11430000" y="114300"/>
                </a:cubicBezTo>
                <a:lnTo>
                  <a:pt x="11430000" y="457200"/>
                </a:lnTo>
                <a:cubicBezTo>
                  <a:pt x="11430000" y="520284"/>
                  <a:pt x="11378784" y="571500"/>
                  <a:pt x="11315700" y="571500"/>
                </a:cubicBezTo>
                <a:lnTo>
                  <a:pt x="114300" y="571500"/>
                </a:lnTo>
                <a:cubicBezTo>
                  <a:pt x="51216" y="571500"/>
                  <a:pt x="0" y="520284"/>
                  <a:pt x="0" y="4572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85C45"/>
          </a:solidFill>
        </p:spPr>
      </p:sp>
      <p:sp>
        <p:nvSpPr>
          <p:cNvPr id="65" name="Shape 63"/>
          <p:cNvSpPr/>
          <p:nvPr/>
        </p:nvSpPr>
        <p:spPr>
          <a:xfrm>
            <a:off x="2151162" y="60769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66" name="Text 64"/>
          <p:cNvSpPr/>
          <p:nvPr/>
        </p:nvSpPr>
        <p:spPr>
          <a:xfrm>
            <a:off x="2636937" y="6057900"/>
            <a:ext cx="7524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6F2"/>
                </a:solidFill>
                <a:latin typeface="Unna" panose="02040503070705020203" pitchFamily="34" charset="0"/>
                <a:ea typeface="Unna" panose="02040503070705020203" pitchFamily="34" charset="-122"/>
                <a:cs typeface="Unna" panose="02040503070705020203" pitchFamily="34" charset="-120"/>
              </a:rPr>
              <a:t>Comprehensive Coverage:</a:t>
            </a:r>
            <a:r>
              <a:rPr lang="en-US" sz="1500" dirty="0">
                <a:solidFill>
                  <a:srgbClr val="F8F6F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Every aspect of mental wellness evaluated for a complete picture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1608" y="351608"/>
            <a:ext cx="11559106" cy="2109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b="1" kern="0" spc="55" dirty="0">
                <a:solidFill>
                  <a:srgbClr val="A3B1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Clear Results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1608" y="632894"/>
            <a:ext cx="11699749" cy="4219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20" b="1" dirty="0">
                <a:solidFill>
                  <a:srgbClr val="585C45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Our Scoring System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1608" y="1125145"/>
            <a:ext cx="11576686" cy="246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3A3A3A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Five-tier framework for actionable mental health insights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1608" y="1511913"/>
            <a:ext cx="11488784" cy="984502"/>
          </a:xfrm>
          <a:custGeom>
            <a:avLst/>
            <a:gdLst/>
            <a:ahLst/>
            <a:cxnLst/>
            <a:rect l="l" t="t" r="r" b="b"/>
            <a:pathLst>
              <a:path w="11488784" h="984502">
                <a:moveTo>
                  <a:pt x="140646" y="0"/>
                </a:moveTo>
                <a:lnTo>
                  <a:pt x="11348138" y="0"/>
                </a:lnTo>
                <a:cubicBezTo>
                  <a:pt x="11425815" y="0"/>
                  <a:pt x="11488784" y="62969"/>
                  <a:pt x="11488784" y="140646"/>
                </a:cubicBezTo>
                <a:lnTo>
                  <a:pt x="11488784" y="843856"/>
                </a:lnTo>
                <a:cubicBezTo>
                  <a:pt x="11488784" y="921532"/>
                  <a:pt x="11425815" y="984502"/>
                  <a:pt x="11348138" y="984502"/>
                </a:cubicBezTo>
                <a:lnTo>
                  <a:pt x="140646" y="984502"/>
                </a:lnTo>
                <a:cubicBezTo>
                  <a:pt x="63021" y="984502"/>
                  <a:pt x="0" y="921480"/>
                  <a:pt x="0" y="843856"/>
                </a:cubicBezTo>
                <a:lnTo>
                  <a:pt x="0" y="140646"/>
                </a:lnTo>
                <a:cubicBezTo>
                  <a:pt x="0" y="63021"/>
                  <a:pt x="63021" y="0"/>
                  <a:pt x="140646" y="0"/>
                </a:cubicBezTo>
                <a:close/>
              </a:path>
            </a:pathLst>
          </a:custGeom>
          <a:gradFill flip="none" rotWithShape="1">
            <a:gsLst>
              <a:gs pos="0">
                <a:srgbClr val="A3B18A"/>
              </a:gs>
              <a:gs pos="100000">
                <a:srgbClr val="A3B18A">
                  <a:alpha val="80000"/>
                </a:srgbClr>
              </a:gs>
            </a:gsLst>
            <a:lin ang="0" scaled="1"/>
          </a:gradFill>
          <a:effectLst>
            <a:outerShdw blurRad="131853" dist="8790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92251" y="1652557"/>
            <a:ext cx="703216" cy="703216"/>
          </a:xfrm>
          <a:custGeom>
            <a:avLst/>
            <a:gdLst/>
            <a:ahLst/>
            <a:cxnLst/>
            <a:rect l="l" t="t" r="r" b="b"/>
            <a:pathLst>
              <a:path w="703216" h="703216">
                <a:moveTo>
                  <a:pt x="351608" y="0"/>
                </a:moveTo>
                <a:lnTo>
                  <a:pt x="351608" y="0"/>
                </a:lnTo>
                <a:cubicBezTo>
                  <a:pt x="545665" y="0"/>
                  <a:pt x="703216" y="157550"/>
                  <a:pt x="703216" y="351608"/>
                </a:cubicBezTo>
                <a:lnTo>
                  <a:pt x="703216" y="351608"/>
                </a:lnTo>
                <a:cubicBezTo>
                  <a:pt x="703216" y="545665"/>
                  <a:pt x="545665" y="703216"/>
                  <a:pt x="351608" y="703216"/>
                </a:cubicBezTo>
                <a:lnTo>
                  <a:pt x="351608" y="703216"/>
                </a:lnTo>
                <a:cubicBezTo>
                  <a:pt x="157550" y="703216"/>
                  <a:pt x="0" y="545665"/>
                  <a:pt x="0" y="351608"/>
                </a:cubicBezTo>
                <a:lnTo>
                  <a:pt x="0" y="351608"/>
                </a:lnTo>
                <a:cubicBezTo>
                  <a:pt x="0" y="157550"/>
                  <a:pt x="157550" y="0"/>
                  <a:pt x="351608" y="0"/>
                </a:cubicBezTo>
                <a:close/>
              </a:path>
            </a:pathLst>
          </a:custGeom>
          <a:solidFill>
            <a:srgbClr val="F8F6F2"/>
          </a:solidFill>
          <a:effectLst>
            <a:outerShdw blurRad="131853" dist="8790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2251" y="1687717"/>
            <a:ext cx="835068" cy="6328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75" b="1" dirty="0">
                <a:solidFill>
                  <a:srgbClr val="585C45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80-100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06431" y="1682224"/>
            <a:ext cx="9686795" cy="3164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75" b="1" dirty="0">
                <a:solidFill>
                  <a:srgbClr val="F8F6F2"/>
                </a:solidFill>
                <a:latin typeface="Unna" panose="02040503070705020203" pitchFamily="34" charset="0"/>
                <a:ea typeface="Unna" panose="02040503070705020203" pitchFamily="34" charset="-122"/>
                <a:cs typeface="Unna" panose="02040503070705020203" pitchFamily="34" charset="-120"/>
              </a:rPr>
              <a:t>Thriving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06431" y="2068992"/>
            <a:ext cx="9634053" cy="2549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45" dirty="0">
                <a:solidFill>
                  <a:srgbClr val="F8F6F2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Excellent mental wellness. Continue current practices and maintain healthy habits.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222149" y="1793200"/>
            <a:ext cx="421929" cy="421929"/>
          </a:xfrm>
          <a:custGeom>
            <a:avLst/>
            <a:gdLst/>
            <a:ahLst/>
            <a:cxnLst/>
            <a:rect l="l" t="t" r="r" b="b"/>
            <a:pathLst>
              <a:path w="421929" h="421929">
                <a:moveTo>
                  <a:pt x="210965" y="421929"/>
                </a:moveTo>
                <a:cubicBezTo>
                  <a:pt x="327399" y="421929"/>
                  <a:pt x="421929" y="327399"/>
                  <a:pt x="421929" y="210965"/>
                </a:cubicBezTo>
                <a:cubicBezTo>
                  <a:pt x="421929" y="94530"/>
                  <a:pt x="327399" y="0"/>
                  <a:pt x="210965" y="0"/>
                </a:cubicBezTo>
                <a:cubicBezTo>
                  <a:pt x="94530" y="0"/>
                  <a:pt x="0" y="94530"/>
                  <a:pt x="0" y="210965"/>
                </a:cubicBezTo>
                <a:cubicBezTo>
                  <a:pt x="0" y="327399"/>
                  <a:pt x="94530" y="421929"/>
                  <a:pt x="210965" y="421929"/>
                </a:cubicBezTo>
                <a:close/>
                <a:moveTo>
                  <a:pt x="136303" y="265272"/>
                </a:moveTo>
                <a:cubicBezTo>
                  <a:pt x="153114" y="288346"/>
                  <a:pt x="180309" y="303262"/>
                  <a:pt x="210965" y="303262"/>
                </a:cubicBezTo>
                <a:cubicBezTo>
                  <a:pt x="241620" y="303262"/>
                  <a:pt x="268815" y="288346"/>
                  <a:pt x="285626" y="265272"/>
                </a:cubicBezTo>
                <a:cubicBezTo>
                  <a:pt x="292054" y="256454"/>
                  <a:pt x="304415" y="254476"/>
                  <a:pt x="313233" y="260904"/>
                </a:cubicBezTo>
                <a:cubicBezTo>
                  <a:pt x="322051" y="267332"/>
                  <a:pt x="324029" y="279693"/>
                  <a:pt x="317601" y="288511"/>
                </a:cubicBezTo>
                <a:cubicBezTo>
                  <a:pt x="293620" y="321391"/>
                  <a:pt x="254806" y="342818"/>
                  <a:pt x="210965" y="342818"/>
                </a:cubicBezTo>
                <a:cubicBezTo>
                  <a:pt x="167124" y="342818"/>
                  <a:pt x="128309" y="321391"/>
                  <a:pt x="104329" y="288511"/>
                </a:cubicBezTo>
                <a:cubicBezTo>
                  <a:pt x="97901" y="279693"/>
                  <a:pt x="99879" y="267332"/>
                  <a:pt x="108696" y="260904"/>
                </a:cubicBezTo>
                <a:cubicBezTo>
                  <a:pt x="117514" y="254476"/>
                  <a:pt x="129875" y="256454"/>
                  <a:pt x="136303" y="265272"/>
                </a:cubicBezTo>
                <a:close/>
                <a:moveTo>
                  <a:pt x="145038" y="148335"/>
                </a:moveTo>
                <a:cubicBezTo>
                  <a:pt x="132265" y="148335"/>
                  <a:pt x="121964" y="158636"/>
                  <a:pt x="121964" y="171409"/>
                </a:cubicBezTo>
                <a:lnTo>
                  <a:pt x="121964" y="178001"/>
                </a:lnTo>
                <a:cubicBezTo>
                  <a:pt x="121964" y="187066"/>
                  <a:pt x="114547" y="194483"/>
                  <a:pt x="105482" y="194483"/>
                </a:cubicBezTo>
                <a:cubicBezTo>
                  <a:pt x="96417" y="194483"/>
                  <a:pt x="89001" y="187066"/>
                  <a:pt x="89001" y="178001"/>
                </a:cubicBezTo>
                <a:lnTo>
                  <a:pt x="89001" y="171409"/>
                </a:lnTo>
                <a:cubicBezTo>
                  <a:pt x="89001" y="140423"/>
                  <a:pt x="114053" y="115371"/>
                  <a:pt x="145038" y="115371"/>
                </a:cubicBezTo>
                <a:cubicBezTo>
                  <a:pt x="176024" y="115371"/>
                  <a:pt x="201076" y="140423"/>
                  <a:pt x="201076" y="171409"/>
                </a:cubicBezTo>
                <a:lnTo>
                  <a:pt x="201076" y="178001"/>
                </a:lnTo>
                <a:cubicBezTo>
                  <a:pt x="201076" y="187066"/>
                  <a:pt x="193659" y="194483"/>
                  <a:pt x="184594" y="194483"/>
                </a:cubicBezTo>
                <a:cubicBezTo>
                  <a:pt x="175529" y="194483"/>
                  <a:pt x="168112" y="187066"/>
                  <a:pt x="168112" y="178001"/>
                </a:cubicBezTo>
                <a:lnTo>
                  <a:pt x="168112" y="171409"/>
                </a:lnTo>
                <a:cubicBezTo>
                  <a:pt x="168112" y="158636"/>
                  <a:pt x="157811" y="148335"/>
                  <a:pt x="145038" y="148335"/>
                </a:cubicBezTo>
                <a:close/>
                <a:moveTo>
                  <a:pt x="253817" y="171409"/>
                </a:moveTo>
                <a:lnTo>
                  <a:pt x="253817" y="178001"/>
                </a:lnTo>
                <a:cubicBezTo>
                  <a:pt x="253817" y="187066"/>
                  <a:pt x="246400" y="194483"/>
                  <a:pt x="237335" y="194483"/>
                </a:cubicBezTo>
                <a:cubicBezTo>
                  <a:pt x="228270" y="194483"/>
                  <a:pt x="220854" y="187066"/>
                  <a:pt x="220854" y="178001"/>
                </a:cubicBezTo>
                <a:lnTo>
                  <a:pt x="220854" y="171409"/>
                </a:lnTo>
                <a:cubicBezTo>
                  <a:pt x="220854" y="140423"/>
                  <a:pt x="245906" y="115371"/>
                  <a:pt x="276891" y="115371"/>
                </a:cubicBezTo>
                <a:cubicBezTo>
                  <a:pt x="307877" y="115371"/>
                  <a:pt x="332929" y="140423"/>
                  <a:pt x="332929" y="171409"/>
                </a:cubicBezTo>
                <a:lnTo>
                  <a:pt x="332929" y="178001"/>
                </a:lnTo>
                <a:cubicBezTo>
                  <a:pt x="332929" y="187066"/>
                  <a:pt x="325512" y="194483"/>
                  <a:pt x="316447" y="194483"/>
                </a:cubicBezTo>
                <a:cubicBezTo>
                  <a:pt x="307382" y="194483"/>
                  <a:pt x="299965" y="187066"/>
                  <a:pt x="299965" y="178001"/>
                </a:cubicBezTo>
                <a:lnTo>
                  <a:pt x="299965" y="171409"/>
                </a:lnTo>
                <a:cubicBezTo>
                  <a:pt x="299965" y="158636"/>
                  <a:pt x="289664" y="148335"/>
                  <a:pt x="276891" y="148335"/>
                </a:cubicBezTo>
                <a:cubicBezTo>
                  <a:pt x="264118" y="148335"/>
                  <a:pt x="253817" y="158636"/>
                  <a:pt x="253817" y="171409"/>
                </a:cubicBezTo>
                <a:close/>
              </a:path>
            </a:pathLst>
          </a:custGeom>
          <a:solidFill>
            <a:srgbClr val="F8F6F2">
              <a:alpha val="80000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369188" y="2601898"/>
            <a:ext cx="11471204" cy="984502"/>
          </a:xfrm>
          <a:custGeom>
            <a:avLst/>
            <a:gdLst/>
            <a:ahLst/>
            <a:cxnLst/>
            <a:rect l="l" t="t" r="r" b="b"/>
            <a:pathLst>
              <a:path w="11471204" h="984502">
                <a:moveTo>
                  <a:pt x="35161" y="0"/>
                </a:moveTo>
                <a:lnTo>
                  <a:pt x="11330558" y="0"/>
                </a:lnTo>
                <a:cubicBezTo>
                  <a:pt x="11408235" y="0"/>
                  <a:pt x="11471204" y="62969"/>
                  <a:pt x="11471204" y="140646"/>
                </a:cubicBezTo>
                <a:lnTo>
                  <a:pt x="11471204" y="843856"/>
                </a:lnTo>
                <a:cubicBezTo>
                  <a:pt x="11471204" y="921532"/>
                  <a:pt x="11408235" y="984502"/>
                  <a:pt x="11330558" y="984502"/>
                </a:cubicBezTo>
                <a:lnTo>
                  <a:pt x="35161" y="984502"/>
                </a:lnTo>
                <a:cubicBezTo>
                  <a:pt x="15742" y="984502"/>
                  <a:pt x="0" y="968760"/>
                  <a:pt x="0" y="949341"/>
                </a:cubicBezTo>
                <a:lnTo>
                  <a:pt x="0" y="35161"/>
                </a:lnTo>
                <a:cubicBezTo>
                  <a:pt x="0" y="15742"/>
                  <a:pt x="15742" y="0"/>
                  <a:pt x="35161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31853" dist="8790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9188" y="2601898"/>
            <a:ext cx="35161" cy="984502"/>
          </a:xfrm>
          <a:custGeom>
            <a:avLst/>
            <a:gdLst/>
            <a:ahLst/>
            <a:cxnLst/>
            <a:rect l="l" t="t" r="r" b="b"/>
            <a:pathLst>
              <a:path w="35161" h="984502">
                <a:moveTo>
                  <a:pt x="35161" y="0"/>
                </a:moveTo>
                <a:lnTo>
                  <a:pt x="35161" y="0"/>
                </a:lnTo>
                <a:lnTo>
                  <a:pt x="35161" y="984502"/>
                </a:lnTo>
                <a:lnTo>
                  <a:pt x="35161" y="984502"/>
                </a:lnTo>
                <a:cubicBezTo>
                  <a:pt x="15755" y="984502"/>
                  <a:pt x="0" y="968747"/>
                  <a:pt x="0" y="949341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A3B18A"/>
          </a:solidFill>
        </p:spPr>
      </p:sp>
      <p:sp>
        <p:nvSpPr>
          <p:cNvPr id="13" name="Shape 11"/>
          <p:cNvSpPr/>
          <p:nvPr/>
        </p:nvSpPr>
        <p:spPr>
          <a:xfrm>
            <a:off x="527412" y="2742541"/>
            <a:ext cx="703216" cy="703216"/>
          </a:xfrm>
          <a:custGeom>
            <a:avLst/>
            <a:gdLst/>
            <a:ahLst/>
            <a:cxnLst/>
            <a:rect l="l" t="t" r="r" b="b"/>
            <a:pathLst>
              <a:path w="703216" h="703216">
                <a:moveTo>
                  <a:pt x="351608" y="0"/>
                </a:moveTo>
                <a:lnTo>
                  <a:pt x="351608" y="0"/>
                </a:lnTo>
                <a:cubicBezTo>
                  <a:pt x="545665" y="0"/>
                  <a:pt x="703216" y="157550"/>
                  <a:pt x="703216" y="351608"/>
                </a:cubicBezTo>
                <a:lnTo>
                  <a:pt x="703216" y="351608"/>
                </a:lnTo>
                <a:cubicBezTo>
                  <a:pt x="703216" y="545665"/>
                  <a:pt x="545665" y="703216"/>
                  <a:pt x="351608" y="703216"/>
                </a:cubicBezTo>
                <a:lnTo>
                  <a:pt x="351608" y="703216"/>
                </a:lnTo>
                <a:cubicBezTo>
                  <a:pt x="157550" y="703216"/>
                  <a:pt x="0" y="545665"/>
                  <a:pt x="0" y="351608"/>
                </a:cubicBezTo>
                <a:lnTo>
                  <a:pt x="0" y="351608"/>
                </a:lnTo>
                <a:cubicBezTo>
                  <a:pt x="0" y="157550"/>
                  <a:pt x="157550" y="0"/>
                  <a:pt x="351608" y="0"/>
                </a:cubicBezTo>
                <a:close/>
              </a:path>
            </a:pathLst>
          </a:custGeom>
          <a:solidFill>
            <a:srgbClr val="A3B18A">
              <a:alpha val="20000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568707" y="2935925"/>
            <a:ext cx="755957" cy="3164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75" b="1" dirty="0">
                <a:solidFill>
                  <a:srgbClr val="585C45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60-79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41592" y="2772208"/>
            <a:ext cx="9651634" cy="3164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75" b="1" dirty="0">
                <a:solidFill>
                  <a:srgbClr val="585C45"/>
                </a:solidFill>
                <a:latin typeface="Unna" panose="02040503070705020203" pitchFamily="34" charset="0"/>
                <a:ea typeface="Unna" panose="02040503070705020203" pitchFamily="34" charset="-122"/>
                <a:cs typeface="Unna" panose="02040503070705020203" pitchFamily="34" charset="-120"/>
              </a:rPr>
              <a:t>Good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41592" y="3158976"/>
            <a:ext cx="9598893" cy="2549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45" dirty="0">
                <a:solidFill>
                  <a:srgbClr val="3A3A3A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Solid mental health with room for improvement. Focus on specific areas for enhancement.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222149" y="2883184"/>
            <a:ext cx="421929" cy="421929"/>
          </a:xfrm>
          <a:custGeom>
            <a:avLst/>
            <a:gdLst/>
            <a:ahLst/>
            <a:cxnLst/>
            <a:rect l="l" t="t" r="r" b="b"/>
            <a:pathLst>
              <a:path w="421929" h="421929">
                <a:moveTo>
                  <a:pt x="210965" y="421929"/>
                </a:moveTo>
                <a:cubicBezTo>
                  <a:pt x="327399" y="421929"/>
                  <a:pt x="421929" y="327399"/>
                  <a:pt x="421929" y="210965"/>
                </a:cubicBezTo>
                <a:cubicBezTo>
                  <a:pt x="421929" y="94530"/>
                  <a:pt x="327399" y="0"/>
                  <a:pt x="210965" y="0"/>
                </a:cubicBezTo>
                <a:cubicBezTo>
                  <a:pt x="94530" y="0"/>
                  <a:pt x="0" y="94530"/>
                  <a:pt x="0" y="210965"/>
                </a:cubicBezTo>
                <a:cubicBezTo>
                  <a:pt x="0" y="327399"/>
                  <a:pt x="94530" y="421929"/>
                  <a:pt x="210965" y="421929"/>
                </a:cubicBezTo>
                <a:close/>
                <a:moveTo>
                  <a:pt x="136303" y="265272"/>
                </a:moveTo>
                <a:cubicBezTo>
                  <a:pt x="153114" y="288346"/>
                  <a:pt x="180309" y="303262"/>
                  <a:pt x="210965" y="303262"/>
                </a:cubicBezTo>
                <a:cubicBezTo>
                  <a:pt x="241620" y="303262"/>
                  <a:pt x="268815" y="288346"/>
                  <a:pt x="285626" y="265272"/>
                </a:cubicBezTo>
                <a:cubicBezTo>
                  <a:pt x="292054" y="256454"/>
                  <a:pt x="304415" y="254476"/>
                  <a:pt x="313233" y="260904"/>
                </a:cubicBezTo>
                <a:cubicBezTo>
                  <a:pt x="322051" y="267332"/>
                  <a:pt x="324029" y="279693"/>
                  <a:pt x="317601" y="288511"/>
                </a:cubicBezTo>
                <a:cubicBezTo>
                  <a:pt x="293620" y="321391"/>
                  <a:pt x="254806" y="342818"/>
                  <a:pt x="210965" y="342818"/>
                </a:cubicBezTo>
                <a:cubicBezTo>
                  <a:pt x="167124" y="342818"/>
                  <a:pt x="128309" y="321391"/>
                  <a:pt x="104329" y="288511"/>
                </a:cubicBezTo>
                <a:cubicBezTo>
                  <a:pt x="97901" y="279693"/>
                  <a:pt x="99879" y="267332"/>
                  <a:pt x="108696" y="260904"/>
                </a:cubicBezTo>
                <a:cubicBezTo>
                  <a:pt x="117514" y="254476"/>
                  <a:pt x="129875" y="256454"/>
                  <a:pt x="136303" y="265272"/>
                </a:cubicBezTo>
                <a:close/>
                <a:moveTo>
                  <a:pt x="118668" y="171409"/>
                </a:moveTo>
                <a:cubicBezTo>
                  <a:pt x="118668" y="156854"/>
                  <a:pt x="130484" y="145038"/>
                  <a:pt x="145038" y="145038"/>
                </a:cubicBezTo>
                <a:cubicBezTo>
                  <a:pt x="159593" y="145038"/>
                  <a:pt x="171409" y="156854"/>
                  <a:pt x="171409" y="171409"/>
                </a:cubicBezTo>
                <a:cubicBezTo>
                  <a:pt x="171409" y="185963"/>
                  <a:pt x="159593" y="197779"/>
                  <a:pt x="145038" y="197779"/>
                </a:cubicBezTo>
                <a:cubicBezTo>
                  <a:pt x="130484" y="197779"/>
                  <a:pt x="118668" y="185963"/>
                  <a:pt x="118668" y="171409"/>
                </a:cubicBezTo>
                <a:close/>
                <a:moveTo>
                  <a:pt x="276891" y="145038"/>
                </a:moveTo>
                <a:cubicBezTo>
                  <a:pt x="291445" y="145038"/>
                  <a:pt x="303262" y="156854"/>
                  <a:pt x="303262" y="171409"/>
                </a:cubicBezTo>
                <a:cubicBezTo>
                  <a:pt x="303262" y="185963"/>
                  <a:pt x="291445" y="197779"/>
                  <a:pt x="276891" y="197779"/>
                </a:cubicBezTo>
                <a:cubicBezTo>
                  <a:pt x="262337" y="197779"/>
                  <a:pt x="250521" y="185963"/>
                  <a:pt x="250521" y="171409"/>
                </a:cubicBezTo>
                <a:cubicBezTo>
                  <a:pt x="250521" y="156854"/>
                  <a:pt x="262337" y="145038"/>
                  <a:pt x="276891" y="145038"/>
                </a:cubicBezTo>
                <a:close/>
              </a:path>
            </a:pathLst>
          </a:custGeom>
          <a:solidFill>
            <a:srgbClr val="A3B18A"/>
          </a:solidFill>
        </p:spPr>
      </p:sp>
      <p:sp>
        <p:nvSpPr>
          <p:cNvPr id="18" name="Shape 16"/>
          <p:cNvSpPr/>
          <p:nvPr/>
        </p:nvSpPr>
        <p:spPr>
          <a:xfrm>
            <a:off x="369188" y="3691882"/>
            <a:ext cx="11471204" cy="984502"/>
          </a:xfrm>
          <a:custGeom>
            <a:avLst/>
            <a:gdLst/>
            <a:ahLst/>
            <a:cxnLst/>
            <a:rect l="l" t="t" r="r" b="b"/>
            <a:pathLst>
              <a:path w="11471204" h="984502">
                <a:moveTo>
                  <a:pt x="35161" y="0"/>
                </a:moveTo>
                <a:lnTo>
                  <a:pt x="11330558" y="0"/>
                </a:lnTo>
                <a:cubicBezTo>
                  <a:pt x="11408235" y="0"/>
                  <a:pt x="11471204" y="62969"/>
                  <a:pt x="11471204" y="140646"/>
                </a:cubicBezTo>
                <a:lnTo>
                  <a:pt x="11471204" y="843856"/>
                </a:lnTo>
                <a:cubicBezTo>
                  <a:pt x="11471204" y="921532"/>
                  <a:pt x="11408235" y="984502"/>
                  <a:pt x="11330558" y="984502"/>
                </a:cubicBezTo>
                <a:lnTo>
                  <a:pt x="35161" y="984502"/>
                </a:lnTo>
                <a:cubicBezTo>
                  <a:pt x="15742" y="984502"/>
                  <a:pt x="0" y="968760"/>
                  <a:pt x="0" y="949341"/>
                </a:cubicBezTo>
                <a:lnTo>
                  <a:pt x="0" y="35161"/>
                </a:lnTo>
                <a:cubicBezTo>
                  <a:pt x="0" y="15742"/>
                  <a:pt x="15742" y="0"/>
                  <a:pt x="35161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31853" dist="8790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9188" y="3691882"/>
            <a:ext cx="35161" cy="984502"/>
          </a:xfrm>
          <a:custGeom>
            <a:avLst/>
            <a:gdLst/>
            <a:ahLst/>
            <a:cxnLst/>
            <a:rect l="l" t="t" r="r" b="b"/>
            <a:pathLst>
              <a:path w="35161" h="984502">
                <a:moveTo>
                  <a:pt x="35161" y="0"/>
                </a:moveTo>
                <a:lnTo>
                  <a:pt x="35161" y="0"/>
                </a:lnTo>
                <a:lnTo>
                  <a:pt x="35161" y="984502"/>
                </a:lnTo>
                <a:lnTo>
                  <a:pt x="35161" y="984502"/>
                </a:lnTo>
                <a:cubicBezTo>
                  <a:pt x="15755" y="984502"/>
                  <a:pt x="0" y="968747"/>
                  <a:pt x="0" y="949341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20" name="Shape 18"/>
          <p:cNvSpPr/>
          <p:nvPr/>
        </p:nvSpPr>
        <p:spPr>
          <a:xfrm>
            <a:off x="527412" y="3832525"/>
            <a:ext cx="703216" cy="703216"/>
          </a:xfrm>
          <a:custGeom>
            <a:avLst/>
            <a:gdLst/>
            <a:ahLst/>
            <a:cxnLst/>
            <a:rect l="l" t="t" r="r" b="b"/>
            <a:pathLst>
              <a:path w="703216" h="703216">
                <a:moveTo>
                  <a:pt x="351608" y="0"/>
                </a:moveTo>
                <a:lnTo>
                  <a:pt x="351608" y="0"/>
                </a:lnTo>
                <a:cubicBezTo>
                  <a:pt x="545665" y="0"/>
                  <a:pt x="703216" y="157550"/>
                  <a:pt x="703216" y="351608"/>
                </a:cubicBezTo>
                <a:lnTo>
                  <a:pt x="703216" y="351608"/>
                </a:lnTo>
                <a:cubicBezTo>
                  <a:pt x="703216" y="545665"/>
                  <a:pt x="545665" y="703216"/>
                  <a:pt x="351608" y="703216"/>
                </a:cubicBezTo>
                <a:lnTo>
                  <a:pt x="351608" y="703216"/>
                </a:lnTo>
                <a:cubicBezTo>
                  <a:pt x="157550" y="703216"/>
                  <a:pt x="0" y="545665"/>
                  <a:pt x="0" y="351608"/>
                </a:cubicBezTo>
                <a:lnTo>
                  <a:pt x="0" y="351608"/>
                </a:lnTo>
                <a:cubicBezTo>
                  <a:pt x="0" y="157550"/>
                  <a:pt x="157550" y="0"/>
                  <a:pt x="351608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588760" y="4025909"/>
            <a:ext cx="712006" cy="3164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75" b="1" dirty="0">
                <a:solidFill>
                  <a:srgbClr val="585C45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40-59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41592" y="3862192"/>
            <a:ext cx="9651634" cy="3164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75" b="1" dirty="0">
                <a:solidFill>
                  <a:srgbClr val="585C45"/>
                </a:solidFill>
                <a:latin typeface="Unna" panose="02040503070705020203" pitchFamily="34" charset="0"/>
                <a:ea typeface="Unna" panose="02040503070705020203" pitchFamily="34" charset="-122"/>
                <a:cs typeface="Unna" panose="02040503070705020203" pitchFamily="34" charset="-120"/>
              </a:rPr>
              <a:t>Needs Attention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41592" y="4248960"/>
            <a:ext cx="9598893" cy="2549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45" dirty="0">
                <a:solidFill>
                  <a:srgbClr val="3A3A3A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Moderate concerns detected. Implement suggested strategies and monitor progress.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1222149" y="3973168"/>
            <a:ext cx="421929" cy="421929"/>
          </a:xfrm>
          <a:custGeom>
            <a:avLst/>
            <a:gdLst/>
            <a:ahLst/>
            <a:cxnLst/>
            <a:rect l="l" t="t" r="r" b="b"/>
            <a:pathLst>
              <a:path w="421929" h="421929">
                <a:moveTo>
                  <a:pt x="210965" y="421929"/>
                </a:moveTo>
                <a:cubicBezTo>
                  <a:pt x="327399" y="421929"/>
                  <a:pt x="421929" y="327399"/>
                  <a:pt x="421929" y="210965"/>
                </a:cubicBezTo>
                <a:cubicBezTo>
                  <a:pt x="421929" y="94530"/>
                  <a:pt x="327399" y="0"/>
                  <a:pt x="210965" y="0"/>
                </a:cubicBezTo>
                <a:cubicBezTo>
                  <a:pt x="94530" y="0"/>
                  <a:pt x="0" y="94530"/>
                  <a:pt x="0" y="210965"/>
                </a:cubicBezTo>
                <a:cubicBezTo>
                  <a:pt x="0" y="327399"/>
                  <a:pt x="94530" y="421929"/>
                  <a:pt x="210965" y="421929"/>
                </a:cubicBezTo>
                <a:close/>
                <a:moveTo>
                  <a:pt x="145038" y="145038"/>
                </a:moveTo>
                <a:cubicBezTo>
                  <a:pt x="159593" y="145038"/>
                  <a:pt x="171409" y="156854"/>
                  <a:pt x="171409" y="171409"/>
                </a:cubicBezTo>
                <a:cubicBezTo>
                  <a:pt x="171409" y="185963"/>
                  <a:pt x="159593" y="197779"/>
                  <a:pt x="145038" y="197779"/>
                </a:cubicBezTo>
                <a:cubicBezTo>
                  <a:pt x="130484" y="197779"/>
                  <a:pt x="118668" y="185963"/>
                  <a:pt x="118668" y="171409"/>
                </a:cubicBezTo>
                <a:cubicBezTo>
                  <a:pt x="118668" y="156854"/>
                  <a:pt x="130484" y="145038"/>
                  <a:pt x="145038" y="145038"/>
                </a:cubicBezTo>
                <a:close/>
                <a:moveTo>
                  <a:pt x="250521" y="171409"/>
                </a:moveTo>
                <a:cubicBezTo>
                  <a:pt x="250521" y="156854"/>
                  <a:pt x="262337" y="145038"/>
                  <a:pt x="276891" y="145038"/>
                </a:cubicBezTo>
                <a:cubicBezTo>
                  <a:pt x="291445" y="145038"/>
                  <a:pt x="303262" y="156854"/>
                  <a:pt x="303262" y="171409"/>
                </a:cubicBezTo>
                <a:cubicBezTo>
                  <a:pt x="303262" y="185963"/>
                  <a:pt x="291445" y="197779"/>
                  <a:pt x="276891" y="197779"/>
                </a:cubicBezTo>
                <a:cubicBezTo>
                  <a:pt x="262337" y="197779"/>
                  <a:pt x="250521" y="185963"/>
                  <a:pt x="250521" y="171409"/>
                </a:cubicBezTo>
                <a:close/>
                <a:moveTo>
                  <a:pt x="145038" y="263706"/>
                </a:moveTo>
                <a:lnTo>
                  <a:pt x="276891" y="263706"/>
                </a:lnTo>
                <a:cubicBezTo>
                  <a:pt x="287851" y="263706"/>
                  <a:pt x="296669" y="272524"/>
                  <a:pt x="296669" y="283484"/>
                </a:cubicBezTo>
                <a:cubicBezTo>
                  <a:pt x="296669" y="294444"/>
                  <a:pt x="287851" y="303262"/>
                  <a:pt x="276891" y="303262"/>
                </a:cubicBezTo>
                <a:lnTo>
                  <a:pt x="145038" y="303262"/>
                </a:lnTo>
                <a:cubicBezTo>
                  <a:pt x="134078" y="303262"/>
                  <a:pt x="125260" y="294444"/>
                  <a:pt x="125260" y="283484"/>
                </a:cubicBezTo>
                <a:cubicBezTo>
                  <a:pt x="125260" y="272524"/>
                  <a:pt x="134078" y="263706"/>
                  <a:pt x="145038" y="263706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25" name="Shape 23"/>
          <p:cNvSpPr/>
          <p:nvPr/>
        </p:nvSpPr>
        <p:spPr>
          <a:xfrm>
            <a:off x="369188" y="4781866"/>
            <a:ext cx="11471204" cy="984502"/>
          </a:xfrm>
          <a:custGeom>
            <a:avLst/>
            <a:gdLst/>
            <a:ahLst/>
            <a:cxnLst/>
            <a:rect l="l" t="t" r="r" b="b"/>
            <a:pathLst>
              <a:path w="11471204" h="984502">
                <a:moveTo>
                  <a:pt x="35161" y="0"/>
                </a:moveTo>
                <a:lnTo>
                  <a:pt x="11330558" y="0"/>
                </a:lnTo>
                <a:cubicBezTo>
                  <a:pt x="11408235" y="0"/>
                  <a:pt x="11471204" y="62969"/>
                  <a:pt x="11471204" y="140646"/>
                </a:cubicBezTo>
                <a:lnTo>
                  <a:pt x="11471204" y="843856"/>
                </a:lnTo>
                <a:cubicBezTo>
                  <a:pt x="11471204" y="921532"/>
                  <a:pt x="11408235" y="984502"/>
                  <a:pt x="11330558" y="984502"/>
                </a:cubicBezTo>
                <a:lnTo>
                  <a:pt x="35161" y="984502"/>
                </a:lnTo>
                <a:cubicBezTo>
                  <a:pt x="15742" y="984502"/>
                  <a:pt x="0" y="968760"/>
                  <a:pt x="0" y="949341"/>
                </a:cubicBezTo>
                <a:lnTo>
                  <a:pt x="0" y="35161"/>
                </a:lnTo>
                <a:cubicBezTo>
                  <a:pt x="0" y="15742"/>
                  <a:pt x="15742" y="0"/>
                  <a:pt x="35161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31853" dist="8790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9188" y="4781866"/>
            <a:ext cx="35161" cy="984502"/>
          </a:xfrm>
          <a:custGeom>
            <a:avLst/>
            <a:gdLst/>
            <a:ahLst/>
            <a:cxnLst/>
            <a:rect l="l" t="t" r="r" b="b"/>
            <a:pathLst>
              <a:path w="35161" h="984502">
                <a:moveTo>
                  <a:pt x="35161" y="0"/>
                </a:moveTo>
                <a:lnTo>
                  <a:pt x="35161" y="0"/>
                </a:lnTo>
                <a:lnTo>
                  <a:pt x="35161" y="984502"/>
                </a:lnTo>
                <a:lnTo>
                  <a:pt x="35161" y="984502"/>
                </a:lnTo>
                <a:cubicBezTo>
                  <a:pt x="15755" y="984502"/>
                  <a:pt x="0" y="968747"/>
                  <a:pt x="0" y="949341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585C45"/>
          </a:solidFill>
        </p:spPr>
      </p:sp>
      <p:sp>
        <p:nvSpPr>
          <p:cNvPr id="27" name="Shape 25"/>
          <p:cNvSpPr/>
          <p:nvPr/>
        </p:nvSpPr>
        <p:spPr>
          <a:xfrm>
            <a:off x="527412" y="4922509"/>
            <a:ext cx="703216" cy="703216"/>
          </a:xfrm>
          <a:custGeom>
            <a:avLst/>
            <a:gdLst/>
            <a:ahLst/>
            <a:cxnLst/>
            <a:rect l="l" t="t" r="r" b="b"/>
            <a:pathLst>
              <a:path w="703216" h="703216">
                <a:moveTo>
                  <a:pt x="351608" y="0"/>
                </a:moveTo>
                <a:lnTo>
                  <a:pt x="351608" y="0"/>
                </a:lnTo>
                <a:cubicBezTo>
                  <a:pt x="545665" y="0"/>
                  <a:pt x="703216" y="157550"/>
                  <a:pt x="703216" y="351608"/>
                </a:cubicBezTo>
                <a:lnTo>
                  <a:pt x="703216" y="351608"/>
                </a:lnTo>
                <a:cubicBezTo>
                  <a:pt x="703216" y="545665"/>
                  <a:pt x="545665" y="703216"/>
                  <a:pt x="351608" y="703216"/>
                </a:cubicBezTo>
                <a:lnTo>
                  <a:pt x="351608" y="703216"/>
                </a:lnTo>
                <a:cubicBezTo>
                  <a:pt x="157550" y="703216"/>
                  <a:pt x="0" y="545665"/>
                  <a:pt x="0" y="351608"/>
                </a:cubicBezTo>
                <a:lnTo>
                  <a:pt x="0" y="351608"/>
                </a:lnTo>
                <a:cubicBezTo>
                  <a:pt x="0" y="157550"/>
                  <a:pt x="157550" y="0"/>
                  <a:pt x="351608" y="0"/>
                </a:cubicBezTo>
                <a:close/>
              </a:path>
            </a:pathLst>
          </a:custGeom>
          <a:solidFill>
            <a:srgbClr val="585C45">
              <a:alpha val="20000"/>
            </a:srgbClr>
          </a:solidFill>
        </p:spPr>
      </p:sp>
      <p:sp>
        <p:nvSpPr>
          <p:cNvPr id="28" name="Text 26"/>
          <p:cNvSpPr/>
          <p:nvPr/>
        </p:nvSpPr>
        <p:spPr>
          <a:xfrm>
            <a:off x="585372" y="5115893"/>
            <a:ext cx="720796" cy="3164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75" b="1" dirty="0">
                <a:solidFill>
                  <a:srgbClr val="585C45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20-39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41592" y="4952176"/>
            <a:ext cx="9651634" cy="3164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75" b="1" dirty="0">
                <a:solidFill>
                  <a:srgbClr val="585C45"/>
                </a:solidFill>
                <a:latin typeface="Unna" panose="02040503070705020203" pitchFamily="34" charset="0"/>
                <a:ea typeface="Unna" panose="02040503070705020203" pitchFamily="34" charset="-122"/>
                <a:cs typeface="Unna" panose="02040503070705020203" pitchFamily="34" charset="-120"/>
              </a:rPr>
              <a:t>Seek Support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41592" y="5338944"/>
            <a:ext cx="9598893" cy="2549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45" dirty="0">
                <a:solidFill>
                  <a:srgbClr val="3A3A3A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Significant challenges identified. Consider professional help alongside self-care practices.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1222149" y="5063152"/>
            <a:ext cx="421929" cy="421929"/>
          </a:xfrm>
          <a:custGeom>
            <a:avLst/>
            <a:gdLst/>
            <a:ahLst/>
            <a:cxnLst/>
            <a:rect l="l" t="t" r="r" b="b"/>
            <a:pathLst>
              <a:path w="421929" h="421929">
                <a:moveTo>
                  <a:pt x="210965" y="421929"/>
                </a:moveTo>
                <a:cubicBezTo>
                  <a:pt x="327399" y="421929"/>
                  <a:pt x="421929" y="327399"/>
                  <a:pt x="421929" y="210965"/>
                </a:cubicBezTo>
                <a:cubicBezTo>
                  <a:pt x="421929" y="94530"/>
                  <a:pt x="327399" y="0"/>
                  <a:pt x="210965" y="0"/>
                </a:cubicBezTo>
                <a:cubicBezTo>
                  <a:pt x="94530" y="0"/>
                  <a:pt x="0" y="94530"/>
                  <a:pt x="0" y="210965"/>
                </a:cubicBezTo>
                <a:cubicBezTo>
                  <a:pt x="0" y="327399"/>
                  <a:pt x="94530" y="421929"/>
                  <a:pt x="210965" y="421929"/>
                </a:cubicBezTo>
                <a:close/>
                <a:moveTo>
                  <a:pt x="285626" y="328067"/>
                </a:moveTo>
                <a:cubicBezTo>
                  <a:pt x="268815" y="304992"/>
                  <a:pt x="241620" y="290076"/>
                  <a:pt x="210965" y="290076"/>
                </a:cubicBezTo>
                <a:cubicBezTo>
                  <a:pt x="180309" y="290076"/>
                  <a:pt x="153114" y="304992"/>
                  <a:pt x="136303" y="328067"/>
                </a:cubicBezTo>
                <a:cubicBezTo>
                  <a:pt x="129875" y="336884"/>
                  <a:pt x="117514" y="338862"/>
                  <a:pt x="108696" y="332434"/>
                </a:cubicBezTo>
                <a:cubicBezTo>
                  <a:pt x="99879" y="326006"/>
                  <a:pt x="97901" y="313645"/>
                  <a:pt x="104329" y="304827"/>
                </a:cubicBezTo>
                <a:cubicBezTo>
                  <a:pt x="128309" y="271947"/>
                  <a:pt x="167124" y="250521"/>
                  <a:pt x="210965" y="250521"/>
                </a:cubicBezTo>
                <a:cubicBezTo>
                  <a:pt x="254806" y="250521"/>
                  <a:pt x="293620" y="271947"/>
                  <a:pt x="317601" y="304827"/>
                </a:cubicBezTo>
                <a:cubicBezTo>
                  <a:pt x="324029" y="313645"/>
                  <a:pt x="322051" y="326006"/>
                  <a:pt x="313233" y="332434"/>
                </a:cubicBezTo>
                <a:cubicBezTo>
                  <a:pt x="304415" y="338862"/>
                  <a:pt x="292054" y="336884"/>
                  <a:pt x="285626" y="328067"/>
                </a:cubicBezTo>
                <a:close/>
                <a:moveTo>
                  <a:pt x="118668" y="171409"/>
                </a:moveTo>
                <a:cubicBezTo>
                  <a:pt x="118668" y="156854"/>
                  <a:pt x="130484" y="145038"/>
                  <a:pt x="145038" y="145038"/>
                </a:cubicBezTo>
                <a:cubicBezTo>
                  <a:pt x="159593" y="145038"/>
                  <a:pt x="171409" y="156854"/>
                  <a:pt x="171409" y="171409"/>
                </a:cubicBezTo>
                <a:cubicBezTo>
                  <a:pt x="171409" y="185963"/>
                  <a:pt x="159593" y="197779"/>
                  <a:pt x="145038" y="197779"/>
                </a:cubicBezTo>
                <a:cubicBezTo>
                  <a:pt x="130484" y="197779"/>
                  <a:pt x="118668" y="185963"/>
                  <a:pt x="118668" y="171409"/>
                </a:cubicBezTo>
                <a:close/>
                <a:moveTo>
                  <a:pt x="276891" y="145038"/>
                </a:moveTo>
                <a:cubicBezTo>
                  <a:pt x="291445" y="145038"/>
                  <a:pt x="303262" y="156854"/>
                  <a:pt x="303262" y="171409"/>
                </a:cubicBezTo>
                <a:cubicBezTo>
                  <a:pt x="303262" y="185963"/>
                  <a:pt x="291445" y="197779"/>
                  <a:pt x="276891" y="197779"/>
                </a:cubicBezTo>
                <a:cubicBezTo>
                  <a:pt x="262337" y="197779"/>
                  <a:pt x="250521" y="185963"/>
                  <a:pt x="250521" y="171409"/>
                </a:cubicBezTo>
                <a:cubicBezTo>
                  <a:pt x="250521" y="156854"/>
                  <a:pt x="262337" y="145038"/>
                  <a:pt x="276891" y="145038"/>
                </a:cubicBezTo>
                <a:close/>
              </a:path>
            </a:pathLst>
          </a:custGeom>
          <a:solidFill>
            <a:srgbClr val="585C45"/>
          </a:solidFill>
        </p:spPr>
      </p:sp>
      <p:sp>
        <p:nvSpPr>
          <p:cNvPr id="32" name="Shape 30"/>
          <p:cNvSpPr/>
          <p:nvPr/>
        </p:nvSpPr>
        <p:spPr>
          <a:xfrm>
            <a:off x="351608" y="5871850"/>
            <a:ext cx="11488784" cy="984502"/>
          </a:xfrm>
          <a:custGeom>
            <a:avLst/>
            <a:gdLst/>
            <a:ahLst/>
            <a:cxnLst/>
            <a:rect l="l" t="t" r="r" b="b"/>
            <a:pathLst>
              <a:path w="11488784" h="984502">
                <a:moveTo>
                  <a:pt x="140646" y="0"/>
                </a:moveTo>
                <a:lnTo>
                  <a:pt x="11348138" y="0"/>
                </a:lnTo>
                <a:cubicBezTo>
                  <a:pt x="11425815" y="0"/>
                  <a:pt x="11488784" y="62969"/>
                  <a:pt x="11488784" y="140646"/>
                </a:cubicBezTo>
                <a:lnTo>
                  <a:pt x="11488784" y="843856"/>
                </a:lnTo>
                <a:cubicBezTo>
                  <a:pt x="11488784" y="921532"/>
                  <a:pt x="11425815" y="984502"/>
                  <a:pt x="11348138" y="984502"/>
                </a:cubicBezTo>
                <a:lnTo>
                  <a:pt x="140646" y="984502"/>
                </a:lnTo>
                <a:cubicBezTo>
                  <a:pt x="63021" y="984502"/>
                  <a:pt x="0" y="921480"/>
                  <a:pt x="0" y="843856"/>
                </a:cubicBezTo>
                <a:lnTo>
                  <a:pt x="0" y="140646"/>
                </a:lnTo>
                <a:cubicBezTo>
                  <a:pt x="0" y="63021"/>
                  <a:pt x="63021" y="0"/>
                  <a:pt x="140646" y="0"/>
                </a:cubicBezTo>
                <a:close/>
              </a:path>
            </a:pathLst>
          </a:custGeom>
          <a:solidFill>
            <a:srgbClr val="585C45"/>
          </a:solidFill>
          <a:effectLst>
            <a:outerShdw blurRad="131853" dist="8790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92251" y="6012493"/>
            <a:ext cx="703216" cy="703216"/>
          </a:xfrm>
          <a:custGeom>
            <a:avLst/>
            <a:gdLst/>
            <a:ahLst/>
            <a:cxnLst/>
            <a:rect l="l" t="t" r="r" b="b"/>
            <a:pathLst>
              <a:path w="703216" h="703216">
                <a:moveTo>
                  <a:pt x="351608" y="0"/>
                </a:moveTo>
                <a:lnTo>
                  <a:pt x="351608" y="0"/>
                </a:lnTo>
                <a:cubicBezTo>
                  <a:pt x="545665" y="0"/>
                  <a:pt x="703216" y="157550"/>
                  <a:pt x="703216" y="351608"/>
                </a:cubicBezTo>
                <a:lnTo>
                  <a:pt x="703216" y="351608"/>
                </a:lnTo>
                <a:cubicBezTo>
                  <a:pt x="703216" y="545665"/>
                  <a:pt x="545665" y="703216"/>
                  <a:pt x="351608" y="703216"/>
                </a:cubicBezTo>
                <a:lnTo>
                  <a:pt x="351608" y="703216"/>
                </a:lnTo>
                <a:cubicBezTo>
                  <a:pt x="157550" y="703216"/>
                  <a:pt x="0" y="545665"/>
                  <a:pt x="0" y="351608"/>
                </a:cubicBezTo>
                <a:lnTo>
                  <a:pt x="0" y="351608"/>
                </a:lnTo>
                <a:cubicBezTo>
                  <a:pt x="0" y="157550"/>
                  <a:pt x="157550" y="0"/>
                  <a:pt x="351608" y="0"/>
                </a:cubicBezTo>
                <a:close/>
              </a:path>
            </a:pathLst>
          </a:custGeom>
          <a:solidFill>
            <a:srgbClr val="F8F6F2">
              <a:alpha val="20000"/>
            </a:srgbClr>
          </a:solidFill>
        </p:spPr>
      </p:sp>
      <p:sp>
        <p:nvSpPr>
          <p:cNvPr id="34" name="Text 32"/>
          <p:cNvSpPr/>
          <p:nvPr/>
        </p:nvSpPr>
        <p:spPr>
          <a:xfrm>
            <a:off x="642875" y="6205877"/>
            <a:ext cx="536202" cy="3164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75" b="1" dirty="0">
                <a:solidFill>
                  <a:srgbClr val="F8F6F2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&lt;20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406431" y="6042160"/>
            <a:ext cx="9686795" cy="3164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75" b="1" dirty="0">
                <a:solidFill>
                  <a:srgbClr val="F8F6F2"/>
                </a:solidFill>
                <a:latin typeface="Unna" panose="02040503070705020203" pitchFamily="34" charset="0"/>
                <a:ea typeface="Unna" panose="02040503070705020203" pitchFamily="34" charset="-122"/>
                <a:cs typeface="Unna" panose="02040503070705020203" pitchFamily="34" charset="-120"/>
              </a:rPr>
              <a:t>Crisis Support Needed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406431" y="6428929"/>
            <a:ext cx="9634053" cy="2549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45" dirty="0">
                <a:solidFill>
                  <a:srgbClr val="F8F6F2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Immediate professional intervention recommended. Crisis resources provided.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1222149" y="6153136"/>
            <a:ext cx="421929" cy="421929"/>
          </a:xfrm>
          <a:custGeom>
            <a:avLst/>
            <a:gdLst/>
            <a:ahLst/>
            <a:cxnLst/>
            <a:rect l="l" t="t" r="r" b="b"/>
            <a:pathLst>
              <a:path w="421929" h="421929">
                <a:moveTo>
                  <a:pt x="210965" y="421929"/>
                </a:moveTo>
                <a:cubicBezTo>
                  <a:pt x="327399" y="421929"/>
                  <a:pt x="421929" y="327399"/>
                  <a:pt x="421929" y="210965"/>
                </a:cubicBezTo>
                <a:cubicBezTo>
                  <a:pt x="421929" y="94530"/>
                  <a:pt x="327399" y="0"/>
                  <a:pt x="210965" y="0"/>
                </a:cubicBezTo>
                <a:cubicBezTo>
                  <a:pt x="94530" y="0"/>
                  <a:pt x="0" y="94530"/>
                  <a:pt x="0" y="210965"/>
                </a:cubicBezTo>
                <a:cubicBezTo>
                  <a:pt x="0" y="327399"/>
                  <a:pt x="94530" y="421929"/>
                  <a:pt x="210965" y="421929"/>
                </a:cubicBezTo>
                <a:close/>
                <a:moveTo>
                  <a:pt x="210965" y="112075"/>
                </a:moveTo>
                <a:cubicBezTo>
                  <a:pt x="221925" y="112075"/>
                  <a:pt x="230743" y="120893"/>
                  <a:pt x="230743" y="131853"/>
                </a:cubicBezTo>
                <a:lnTo>
                  <a:pt x="230743" y="224150"/>
                </a:lnTo>
                <a:cubicBezTo>
                  <a:pt x="230743" y="235110"/>
                  <a:pt x="221925" y="243928"/>
                  <a:pt x="210965" y="243928"/>
                </a:cubicBezTo>
                <a:cubicBezTo>
                  <a:pt x="200004" y="243928"/>
                  <a:pt x="191187" y="235110"/>
                  <a:pt x="191187" y="224150"/>
                </a:cubicBezTo>
                <a:lnTo>
                  <a:pt x="191187" y="131853"/>
                </a:lnTo>
                <a:cubicBezTo>
                  <a:pt x="191187" y="120893"/>
                  <a:pt x="200004" y="112075"/>
                  <a:pt x="210965" y="112075"/>
                </a:cubicBezTo>
                <a:close/>
                <a:moveTo>
                  <a:pt x="188962" y="290076"/>
                </a:moveTo>
                <a:cubicBezTo>
                  <a:pt x="188461" y="281909"/>
                  <a:pt x="192534" y="274139"/>
                  <a:pt x="199536" y="269904"/>
                </a:cubicBezTo>
                <a:cubicBezTo>
                  <a:pt x="206537" y="265669"/>
                  <a:pt x="215310" y="265669"/>
                  <a:pt x="222311" y="269904"/>
                </a:cubicBezTo>
                <a:cubicBezTo>
                  <a:pt x="229313" y="274139"/>
                  <a:pt x="233386" y="281909"/>
                  <a:pt x="232885" y="290076"/>
                </a:cubicBezTo>
                <a:cubicBezTo>
                  <a:pt x="233386" y="298244"/>
                  <a:pt x="229313" y="306014"/>
                  <a:pt x="222311" y="310249"/>
                </a:cubicBezTo>
                <a:cubicBezTo>
                  <a:pt x="215310" y="314484"/>
                  <a:pt x="206537" y="314484"/>
                  <a:pt x="199536" y="310249"/>
                </a:cubicBezTo>
                <a:cubicBezTo>
                  <a:pt x="192534" y="306014"/>
                  <a:pt x="188461" y="298244"/>
                  <a:pt x="188962" y="290076"/>
                </a:cubicBezTo>
                <a:close/>
              </a:path>
            </a:pathLst>
          </a:custGeom>
          <a:solidFill>
            <a:srgbClr val="D4A373"/>
          </a:solidFill>
        </p:spPr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A3B1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Tailored Guidance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585C45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Personalized Suggestions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19200"/>
            <a:ext cx="11525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3A3A3A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5-level recommendation system for every assessment area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809750"/>
            <a:ext cx="6724650" cy="952500"/>
          </a:xfrm>
          <a:custGeom>
            <a:avLst/>
            <a:gdLst/>
            <a:ahLst/>
            <a:cxnLst/>
            <a:rect l="l" t="t" r="r" b="b"/>
            <a:pathLst>
              <a:path w="6724650" h="952500">
                <a:moveTo>
                  <a:pt x="114300" y="0"/>
                </a:moveTo>
                <a:lnTo>
                  <a:pt x="6610350" y="0"/>
                </a:lnTo>
                <a:cubicBezTo>
                  <a:pt x="6673434" y="0"/>
                  <a:pt x="6724650" y="51216"/>
                  <a:pt x="6724650" y="114300"/>
                </a:cubicBezTo>
                <a:lnTo>
                  <a:pt x="6724650" y="838200"/>
                </a:lnTo>
                <a:cubicBezTo>
                  <a:pt x="6724650" y="901284"/>
                  <a:pt x="6673434" y="952500"/>
                  <a:pt x="6610350" y="952500"/>
                </a:cubicBezTo>
                <a:lnTo>
                  <a:pt x="114300" y="952500"/>
                </a:lnTo>
                <a:cubicBezTo>
                  <a:pt x="51216" y="952500"/>
                  <a:pt x="0" y="901284"/>
                  <a:pt x="0" y="8382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85C45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95300" y="2019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8F6F2">
              <a:alpha val="20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630734" y="2133600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8F6F2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1-2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1100" y="1924050"/>
            <a:ext cx="5905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6F2"/>
                </a:solidFill>
                <a:latin typeface="Unna" panose="02040503070705020203" pitchFamily="34" charset="0"/>
                <a:ea typeface="Unna" panose="02040503070705020203" pitchFamily="34" charset="-122"/>
                <a:cs typeface="Unna" panose="02040503070705020203" pitchFamily="34" charset="-120"/>
              </a:rPr>
              <a:t>Crisis Level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1100" y="2228850"/>
            <a:ext cx="5886450" cy="419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8F6F2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Immediate professional help recommended. Crisis hotlines and emergency resources provided.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0050" y="2838450"/>
            <a:ext cx="6705600" cy="952500"/>
          </a:xfrm>
          <a:custGeom>
            <a:avLst/>
            <a:gdLst/>
            <a:ahLst/>
            <a:cxnLst/>
            <a:rect l="l" t="t" r="r" b="b"/>
            <a:pathLst>
              <a:path w="6705600" h="952500">
                <a:moveTo>
                  <a:pt x="38100" y="0"/>
                </a:moveTo>
                <a:lnTo>
                  <a:pt x="6591300" y="0"/>
                </a:lnTo>
                <a:cubicBezTo>
                  <a:pt x="6654384" y="0"/>
                  <a:pt x="6705600" y="51216"/>
                  <a:pt x="6705600" y="114300"/>
                </a:cubicBezTo>
                <a:lnTo>
                  <a:pt x="6705600" y="838200"/>
                </a:lnTo>
                <a:cubicBezTo>
                  <a:pt x="6705600" y="901284"/>
                  <a:pt x="6654384" y="952500"/>
                  <a:pt x="6591300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00050" y="2838450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3810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85C45"/>
          </a:solidFill>
        </p:spPr>
      </p:sp>
      <p:sp>
        <p:nvSpPr>
          <p:cNvPr id="12" name="Shape 10"/>
          <p:cNvSpPr/>
          <p:nvPr/>
        </p:nvSpPr>
        <p:spPr>
          <a:xfrm>
            <a:off x="533400" y="3048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585C45">
              <a:alpha val="20000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657423" y="3162300"/>
            <a:ext cx="4000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85C45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3-4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19200" y="2952750"/>
            <a:ext cx="58674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85C45"/>
                </a:solidFill>
                <a:latin typeface="Unna" panose="02040503070705020203" pitchFamily="34" charset="0"/>
                <a:ea typeface="Unna" panose="02040503070705020203" pitchFamily="34" charset="-122"/>
                <a:cs typeface="Unna" panose="02040503070705020203" pitchFamily="34" charset="-120"/>
              </a:rPr>
              <a:t>Low, Needs Work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19200" y="3257550"/>
            <a:ext cx="5848350" cy="419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A3A3A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Significant improvement needed. Structured self-help strategies and routine changes suggested.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3867150"/>
            <a:ext cx="6705600" cy="762000"/>
          </a:xfrm>
          <a:custGeom>
            <a:avLst/>
            <a:gdLst/>
            <a:ahLst/>
            <a:cxnLst/>
            <a:rect l="l" t="t" r="r" b="b"/>
            <a:pathLst>
              <a:path w="6705600" h="762000">
                <a:moveTo>
                  <a:pt x="38100" y="0"/>
                </a:moveTo>
                <a:lnTo>
                  <a:pt x="6591300" y="0"/>
                </a:lnTo>
                <a:cubicBezTo>
                  <a:pt x="6654384" y="0"/>
                  <a:pt x="6705600" y="51216"/>
                  <a:pt x="6705600" y="114300"/>
                </a:cubicBezTo>
                <a:lnTo>
                  <a:pt x="6705600" y="647700"/>
                </a:lnTo>
                <a:cubicBezTo>
                  <a:pt x="6705600" y="710784"/>
                  <a:pt x="6654384" y="762000"/>
                  <a:pt x="659130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00050" y="386715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18" name="Shape 16"/>
          <p:cNvSpPr/>
          <p:nvPr/>
        </p:nvSpPr>
        <p:spPr>
          <a:xfrm>
            <a:off x="533400" y="39814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19" name="Text 17"/>
          <p:cNvSpPr/>
          <p:nvPr/>
        </p:nvSpPr>
        <p:spPr>
          <a:xfrm>
            <a:off x="665262" y="4095750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85C45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5-6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19200" y="3990975"/>
            <a:ext cx="58674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85C45"/>
                </a:solidFill>
                <a:latin typeface="Unna" panose="02040503070705020203" pitchFamily="34" charset="0"/>
                <a:ea typeface="Unna" panose="02040503070705020203" pitchFamily="34" charset="-122"/>
                <a:cs typeface="Unna" panose="02040503070705020203" pitchFamily="34" charset="-120"/>
              </a:rPr>
              <a:t>Moderate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19200" y="4295775"/>
            <a:ext cx="584835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A3A3A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Room for growth identified. Practical tips and habit-building exercises recommended.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00050" y="4705350"/>
            <a:ext cx="6705600" cy="762000"/>
          </a:xfrm>
          <a:custGeom>
            <a:avLst/>
            <a:gdLst/>
            <a:ahLst/>
            <a:cxnLst/>
            <a:rect l="l" t="t" r="r" b="b"/>
            <a:pathLst>
              <a:path w="6705600" h="762000">
                <a:moveTo>
                  <a:pt x="38100" y="0"/>
                </a:moveTo>
                <a:lnTo>
                  <a:pt x="6591300" y="0"/>
                </a:lnTo>
                <a:cubicBezTo>
                  <a:pt x="6654384" y="0"/>
                  <a:pt x="6705600" y="51216"/>
                  <a:pt x="6705600" y="114300"/>
                </a:cubicBezTo>
                <a:lnTo>
                  <a:pt x="6705600" y="647700"/>
                </a:lnTo>
                <a:cubicBezTo>
                  <a:pt x="6705600" y="710784"/>
                  <a:pt x="6654384" y="762000"/>
                  <a:pt x="659130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00050" y="470535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3B18A"/>
          </a:solidFill>
        </p:spPr>
      </p:sp>
      <p:sp>
        <p:nvSpPr>
          <p:cNvPr id="24" name="Shape 22"/>
          <p:cNvSpPr/>
          <p:nvPr/>
        </p:nvSpPr>
        <p:spPr>
          <a:xfrm>
            <a:off x="533400" y="48196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A3B18A">
              <a:alpha val="20000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646807" y="4933950"/>
            <a:ext cx="419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85C45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7-8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19200" y="4829175"/>
            <a:ext cx="58674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85C45"/>
                </a:solidFill>
                <a:latin typeface="Unna" panose="02040503070705020203" pitchFamily="34" charset="0"/>
                <a:ea typeface="Unna" panose="02040503070705020203" pitchFamily="34" charset="-122"/>
                <a:cs typeface="Unna" panose="02040503070705020203" pitchFamily="34" charset="-120"/>
              </a:rPr>
              <a:t>Good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19200" y="5133975"/>
            <a:ext cx="584835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A3A3A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Solid foundation present. Fine-tuning suggestions to reach optimal wellness.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1000" y="5543550"/>
            <a:ext cx="6724650" cy="762000"/>
          </a:xfrm>
          <a:custGeom>
            <a:avLst/>
            <a:gdLst/>
            <a:ahLst/>
            <a:cxnLst/>
            <a:rect l="l" t="t" r="r" b="b"/>
            <a:pathLst>
              <a:path w="6724650" h="762000">
                <a:moveTo>
                  <a:pt x="114300" y="0"/>
                </a:moveTo>
                <a:lnTo>
                  <a:pt x="6610350" y="0"/>
                </a:lnTo>
                <a:cubicBezTo>
                  <a:pt x="6673434" y="0"/>
                  <a:pt x="6724650" y="51216"/>
                  <a:pt x="6724650" y="114300"/>
                </a:cubicBezTo>
                <a:lnTo>
                  <a:pt x="6724650" y="647700"/>
                </a:lnTo>
                <a:cubicBezTo>
                  <a:pt x="6724650" y="710784"/>
                  <a:pt x="6673434" y="762000"/>
                  <a:pt x="661035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A3B18A"/>
              </a:gs>
              <a:gs pos="100000">
                <a:srgbClr val="D4A373"/>
              </a:gs>
            </a:gsLst>
            <a:lin ang="0" scaled="1"/>
          </a:gra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5300" y="56578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8F6F2">
              <a:alpha val="30196"/>
            </a:srgbClr>
          </a:solidFill>
        </p:spPr>
      </p:sp>
      <p:sp>
        <p:nvSpPr>
          <p:cNvPr id="30" name="Text 28"/>
          <p:cNvSpPr/>
          <p:nvPr/>
        </p:nvSpPr>
        <p:spPr>
          <a:xfrm>
            <a:off x="568226" y="5772150"/>
            <a:ext cx="5048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8F6F2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9-10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81100" y="5667375"/>
            <a:ext cx="5905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6F2"/>
                </a:solidFill>
                <a:latin typeface="Unna" panose="02040503070705020203" pitchFamily="34" charset="0"/>
                <a:ea typeface="Unna" panose="02040503070705020203" pitchFamily="34" charset="-122"/>
                <a:cs typeface="Unna" panose="02040503070705020203" pitchFamily="34" charset="-120"/>
              </a:rPr>
              <a:t>Excellent, Maintain It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81100" y="5972175"/>
            <a:ext cx="588645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8F6F2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Outstanding performance. Reinforcement strategies and maintenance tips provided.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330480" y="1639491"/>
            <a:ext cx="4476750" cy="2324100"/>
          </a:xfrm>
          <a:custGeom>
            <a:avLst/>
            <a:gdLst/>
            <a:ahLst/>
            <a:cxnLst/>
            <a:rect l="l" t="t" r="r" b="b"/>
            <a:pathLst>
              <a:path w="4476750" h="2324100">
                <a:moveTo>
                  <a:pt x="152391" y="0"/>
                </a:moveTo>
                <a:lnTo>
                  <a:pt x="4324359" y="0"/>
                </a:lnTo>
                <a:cubicBezTo>
                  <a:pt x="4408522" y="0"/>
                  <a:pt x="4476750" y="68228"/>
                  <a:pt x="4476750" y="152391"/>
                </a:cubicBezTo>
                <a:lnTo>
                  <a:pt x="4476750" y="2171709"/>
                </a:lnTo>
                <a:cubicBezTo>
                  <a:pt x="4476750" y="2255872"/>
                  <a:pt x="4408522" y="2324100"/>
                  <a:pt x="4324359" y="2324100"/>
                </a:cubicBezTo>
                <a:lnTo>
                  <a:pt x="152391" y="2324100"/>
                </a:lnTo>
                <a:cubicBezTo>
                  <a:pt x="68228" y="2324100"/>
                  <a:pt x="0" y="2255872"/>
                  <a:pt x="0" y="2171709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342140" y="186809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07156" y="50006"/>
                </a:moveTo>
                <a:cubicBezTo>
                  <a:pt x="107156" y="22414"/>
                  <a:pt x="129570" y="0"/>
                  <a:pt x="157163" y="0"/>
                </a:cubicBezTo>
                <a:lnTo>
                  <a:pt x="178594" y="0"/>
                </a:lnTo>
                <a:cubicBezTo>
                  <a:pt x="194399" y="0"/>
                  <a:pt x="207169" y="12769"/>
                  <a:pt x="207169" y="28575"/>
                </a:cubicBezTo>
                <a:lnTo>
                  <a:pt x="207169" y="428625"/>
                </a:lnTo>
                <a:cubicBezTo>
                  <a:pt x="207169" y="444431"/>
                  <a:pt x="194399" y="457200"/>
                  <a:pt x="178594" y="457200"/>
                </a:cubicBezTo>
                <a:lnTo>
                  <a:pt x="150019" y="457200"/>
                </a:lnTo>
                <a:cubicBezTo>
                  <a:pt x="123408" y="457200"/>
                  <a:pt x="100995" y="438983"/>
                  <a:pt x="94655" y="414338"/>
                </a:cubicBezTo>
                <a:cubicBezTo>
                  <a:pt x="94030" y="414338"/>
                  <a:pt x="93494" y="414338"/>
                  <a:pt x="92869" y="414338"/>
                </a:cubicBezTo>
                <a:cubicBezTo>
                  <a:pt x="53400" y="414338"/>
                  <a:pt x="21431" y="382369"/>
                  <a:pt x="21431" y="342900"/>
                </a:cubicBezTo>
                <a:cubicBezTo>
                  <a:pt x="21431" y="326827"/>
                  <a:pt x="26789" y="312003"/>
                  <a:pt x="35719" y="300038"/>
                </a:cubicBezTo>
                <a:cubicBezTo>
                  <a:pt x="18395" y="287000"/>
                  <a:pt x="7144" y="266283"/>
                  <a:pt x="7144" y="242888"/>
                </a:cubicBezTo>
                <a:cubicBezTo>
                  <a:pt x="7144" y="215295"/>
                  <a:pt x="22860" y="191274"/>
                  <a:pt x="45720" y="179397"/>
                </a:cubicBezTo>
                <a:cubicBezTo>
                  <a:pt x="39380" y="168682"/>
                  <a:pt x="35719" y="156180"/>
                  <a:pt x="35719" y="142875"/>
                </a:cubicBezTo>
                <a:cubicBezTo>
                  <a:pt x="35719" y="103406"/>
                  <a:pt x="67687" y="71438"/>
                  <a:pt x="107156" y="71438"/>
                </a:cubicBezTo>
                <a:lnTo>
                  <a:pt x="107156" y="50006"/>
                </a:lnTo>
                <a:close/>
                <a:moveTo>
                  <a:pt x="350044" y="50006"/>
                </a:moveTo>
                <a:lnTo>
                  <a:pt x="350044" y="71438"/>
                </a:lnTo>
                <a:cubicBezTo>
                  <a:pt x="389513" y="71438"/>
                  <a:pt x="421481" y="103406"/>
                  <a:pt x="421481" y="142875"/>
                </a:cubicBezTo>
                <a:cubicBezTo>
                  <a:pt x="421481" y="156270"/>
                  <a:pt x="417820" y="168771"/>
                  <a:pt x="411480" y="179397"/>
                </a:cubicBezTo>
                <a:cubicBezTo>
                  <a:pt x="434429" y="191274"/>
                  <a:pt x="450056" y="215205"/>
                  <a:pt x="450056" y="242888"/>
                </a:cubicBezTo>
                <a:cubicBezTo>
                  <a:pt x="450056" y="266283"/>
                  <a:pt x="438805" y="287000"/>
                  <a:pt x="421481" y="300038"/>
                </a:cubicBezTo>
                <a:cubicBezTo>
                  <a:pt x="430411" y="312003"/>
                  <a:pt x="435769" y="326827"/>
                  <a:pt x="435769" y="342900"/>
                </a:cubicBezTo>
                <a:cubicBezTo>
                  <a:pt x="435769" y="382369"/>
                  <a:pt x="403800" y="414338"/>
                  <a:pt x="364331" y="414338"/>
                </a:cubicBezTo>
                <a:cubicBezTo>
                  <a:pt x="363706" y="414338"/>
                  <a:pt x="363170" y="414338"/>
                  <a:pt x="362545" y="414338"/>
                </a:cubicBezTo>
                <a:cubicBezTo>
                  <a:pt x="356205" y="438983"/>
                  <a:pt x="333792" y="457200"/>
                  <a:pt x="307181" y="457200"/>
                </a:cubicBezTo>
                <a:lnTo>
                  <a:pt x="278606" y="457200"/>
                </a:lnTo>
                <a:cubicBezTo>
                  <a:pt x="262801" y="457200"/>
                  <a:pt x="250031" y="444431"/>
                  <a:pt x="250031" y="428625"/>
                </a:cubicBezTo>
                <a:lnTo>
                  <a:pt x="250031" y="28575"/>
                </a:lnTo>
                <a:cubicBezTo>
                  <a:pt x="250031" y="12769"/>
                  <a:pt x="262801" y="0"/>
                  <a:pt x="278606" y="0"/>
                </a:cubicBezTo>
                <a:lnTo>
                  <a:pt x="300038" y="0"/>
                </a:lnTo>
                <a:cubicBezTo>
                  <a:pt x="327630" y="0"/>
                  <a:pt x="350044" y="22414"/>
                  <a:pt x="350044" y="50006"/>
                </a:cubicBezTo>
                <a:close/>
              </a:path>
            </a:pathLst>
          </a:custGeom>
          <a:solidFill>
            <a:srgbClr val="A3B18A"/>
          </a:solidFill>
        </p:spPr>
      </p:sp>
      <p:sp>
        <p:nvSpPr>
          <p:cNvPr id="35" name="Text 33"/>
          <p:cNvSpPr/>
          <p:nvPr/>
        </p:nvSpPr>
        <p:spPr>
          <a:xfrm>
            <a:off x="7501930" y="2439591"/>
            <a:ext cx="41338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585C45"/>
                </a:solidFill>
                <a:latin typeface="Unna" panose="02040503070705020203" pitchFamily="34" charset="0"/>
                <a:ea typeface="Unna" panose="02040503070705020203" pitchFamily="34" charset="-122"/>
                <a:cs typeface="Unna" panose="02040503070705020203" pitchFamily="34" charset="-120"/>
              </a:rPr>
              <a:t>AI-Powered Personalization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516217" y="2896791"/>
            <a:ext cx="4105275" cy="838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3A3A3A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Google Gemini API analyzes each response to generate context-aware, actionable suggestions tailored to individual needs.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330480" y="4113609"/>
            <a:ext cx="4476750" cy="2362200"/>
          </a:xfrm>
          <a:custGeom>
            <a:avLst/>
            <a:gdLst/>
            <a:ahLst/>
            <a:cxnLst/>
            <a:rect l="l" t="t" r="r" b="b"/>
            <a:pathLst>
              <a:path w="4476750" h="2362200">
                <a:moveTo>
                  <a:pt x="152409" y="0"/>
                </a:moveTo>
                <a:lnTo>
                  <a:pt x="4324341" y="0"/>
                </a:lnTo>
                <a:cubicBezTo>
                  <a:pt x="4408458" y="0"/>
                  <a:pt x="4476750" y="68292"/>
                  <a:pt x="4476750" y="152409"/>
                </a:cubicBezTo>
                <a:lnTo>
                  <a:pt x="4476750" y="2209791"/>
                </a:lnTo>
                <a:cubicBezTo>
                  <a:pt x="4476750" y="2293964"/>
                  <a:pt x="4408514" y="2362200"/>
                  <a:pt x="4324341" y="2362200"/>
                </a:cubicBezTo>
                <a:lnTo>
                  <a:pt x="152409" y="2362200"/>
                </a:lnTo>
                <a:cubicBezTo>
                  <a:pt x="68292" y="2362200"/>
                  <a:pt x="0" y="2293908"/>
                  <a:pt x="0" y="2209791"/>
                </a:cubicBezTo>
                <a:lnTo>
                  <a:pt x="0" y="152409"/>
                </a:lnTo>
                <a:cubicBezTo>
                  <a:pt x="0" y="68292"/>
                  <a:pt x="68292" y="0"/>
                  <a:pt x="152409" y="0"/>
                </a:cubicBezTo>
                <a:close/>
              </a:path>
            </a:pathLst>
          </a:custGeom>
          <a:solidFill>
            <a:srgbClr val="585C45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501930" y="4342209"/>
            <a:ext cx="41338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8F6F2"/>
                </a:solidFill>
                <a:latin typeface="Unna" panose="02040503070705020203" pitchFamily="34" charset="0"/>
                <a:ea typeface="Unna" panose="02040503070705020203" pitchFamily="34" charset="-122"/>
                <a:cs typeface="Unna" panose="02040503070705020203" pitchFamily="34" charset="-120"/>
              </a:rPr>
              <a:t>Example Flow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559080" y="479940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40" name="Shape 38"/>
          <p:cNvSpPr/>
          <p:nvPr/>
        </p:nvSpPr>
        <p:spPr>
          <a:xfrm>
            <a:off x="7655521" y="4904184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0716" y="10716"/>
                </a:moveTo>
                <a:cubicBezTo>
                  <a:pt x="16643" y="10716"/>
                  <a:pt x="21431" y="15504"/>
                  <a:pt x="21431" y="21431"/>
                </a:cubicBezTo>
                <a:lnTo>
                  <a:pt x="21431" y="96441"/>
                </a:lnTo>
                <a:lnTo>
                  <a:pt x="96441" y="96441"/>
                </a:lnTo>
                <a:lnTo>
                  <a:pt x="96441" y="53578"/>
                </a:lnTo>
                <a:cubicBezTo>
                  <a:pt x="96441" y="47651"/>
                  <a:pt x="101229" y="42863"/>
                  <a:pt x="107156" y="42863"/>
                </a:cubicBezTo>
                <a:lnTo>
                  <a:pt x="160734" y="42863"/>
                </a:lnTo>
                <a:cubicBezTo>
                  <a:pt x="178482" y="42863"/>
                  <a:pt x="192881" y="57262"/>
                  <a:pt x="192881" y="75009"/>
                </a:cubicBezTo>
                <a:lnTo>
                  <a:pt x="192881" y="150019"/>
                </a:lnTo>
                <a:cubicBezTo>
                  <a:pt x="192881" y="155946"/>
                  <a:pt x="188093" y="160734"/>
                  <a:pt x="182166" y="160734"/>
                </a:cubicBezTo>
                <a:cubicBezTo>
                  <a:pt x="176239" y="160734"/>
                  <a:pt x="171450" y="155946"/>
                  <a:pt x="171450" y="150019"/>
                </a:cubicBezTo>
                <a:lnTo>
                  <a:pt x="171450" y="128588"/>
                </a:lnTo>
                <a:lnTo>
                  <a:pt x="21431" y="128588"/>
                </a:lnTo>
                <a:lnTo>
                  <a:pt x="21431" y="150019"/>
                </a:lnTo>
                <a:cubicBezTo>
                  <a:pt x="21431" y="155946"/>
                  <a:pt x="16643" y="160734"/>
                  <a:pt x="10716" y="160734"/>
                </a:cubicBezTo>
                <a:cubicBezTo>
                  <a:pt x="4789" y="160734"/>
                  <a:pt x="0" y="155946"/>
                  <a:pt x="0" y="150019"/>
                </a:cubicBezTo>
                <a:lnTo>
                  <a:pt x="0" y="21431"/>
                </a:lnTo>
                <a:cubicBezTo>
                  <a:pt x="0" y="15504"/>
                  <a:pt x="4789" y="10716"/>
                  <a:pt x="10716" y="10716"/>
                </a:cubicBezTo>
                <a:close/>
                <a:moveTo>
                  <a:pt x="37505" y="64294"/>
                </a:moveTo>
                <a:cubicBezTo>
                  <a:pt x="37505" y="52466"/>
                  <a:pt x="47108" y="42863"/>
                  <a:pt x="58936" y="42863"/>
                </a:cubicBezTo>
                <a:cubicBezTo>
                  <a:pt x="70764" y="42863"/>
                  <a:pt x="80367" y="52466"/>
                  <a:pt x="80367" y="64294"/>
                </a:cubicBezTo>
                <a:cubicBezTo>
                  <a:pt x="80367" y="76122"/>
                  <a:pt x="70764" y="85725"/>
                  <a:pt x="58936" y="85725"/>
                </a:cubicBezTo>
                <a:cubicBezTo>
                  <a:pt x="47108" y="85725"/>
                  <a:pt x="37505" y="76122"/>
                  <a:pt x="37505" y="64294"/>
                </a:cubicBezTo>
                <a:close/>
              </a:path>
            </a:pathLst>
          </a:custGeom>
          <a:solidFill>
            <a:srgbClr val="F8F6F2"/>
          </a:solidFill>
        </p:spPr>
      </p:sp>
      <p:sp>
        <p:nvSpPr>
          <p:cNvPr id="41" name="Text 39"/>
          <p:cNvSpPr/>
          <p:nvPr/>
        </p:nvSpPr>
        <p:spPr>
          <a:xfrm>
            <a:off x="8054380" y="4875609"/>
            <a:ext cx="1733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6F2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Sleep Quality Score: </a:t>
            </a:r>
            <a:r>
              <a:rPr lang="en-US" sz="1200" b="1" dirty="0">
                <a:solidFill>
                  <a:srgbClr val="F8F6F2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4/10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559080" y="529470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A3B18A"/>
          </a:solidFill>
        </p:spPr>
      </p:sp>
      <p:sp>
        <p:nvSpPr>
          <p:cNvPr id="43" name="Shape 41"/>
          <p:cNvSpPr/>
          <p:nvPr/>
        </p:nvSpPr>
        <p:spPr>
          <a:xfrm>
            <a:off x="7666236" y="5399484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68302" y="93293"/>
                </a:moveTo>
                <a:cubicBezTo>
                  <a:pt x="172488" y="89107"/>
                  <a:pt x="172488" y="82309"/>
                  <a:pt x="168302" y="78124"/>
                </a:cubicBezTo>
                <a:lnTo>
                  <a:pt x="114724" y="24545"/>
                </a:lnTo>
                <a:cubicBezTo>
                  <a:pt x="110538" y="20360"/>
                  <a:pt x="103741" y="20360"/>
                  <a:pt x="99555" y="24545"/>
                </a:cubicBezTo>
                <a:cubicBezTo>
                  <a:pt x="95369" y="28731"/>
                  <a:pt x="95369" y="35529"/>
                  <a:pt x="99555" y="39715"/>
                </a:cubicBezTo>
                <a:lnTo>
                  <a:pt x="134849" y="75009"/>
                </a:lnTo>
                <a:lnTo>
                  <a:pt x="10716" y="75009"/>
                </a:lnTo>
                <a:cubicBezTo>
                  <a:pt x="4789" y="75009"/>
                  <a:pt x="0" y="79798"/>
                  <a:pt x="0" y="85725"/>
                </a:cubicBezTo>
                <a:cubicBezTo>
                  <a:pt x="0" y="91652"/>
                  <a:pt x="4789" y="96441"/>
                  <a:pt x="10716" y="96441"/>
                </a:cubicBezTo>
                <a:lnTo>
                  <a:pt x="134849" y="96441"/>
                </a:lnTo>
                <a:lnTo>
                  <a:pt x="99555" y="131735"/>
                </a:lnTo>
                <a:cubicBezTo>
                  <a:pt x="95369" y="135921"/>
                  <a:pt x="95369" y="142719"/>
                  <a:pt x="99555" y="146905"/>
                </a:cubicBezTo>
                <a:cubicBezTo>
                  <a:pt x="103741" y="151090"/>
                  <a:pt x="110538" y="151090"/>
                  <a:pt x="114724" y="146905"/>
                </a:cubicBezTo>
                <a:lnTo>
                  <a:pt x="168302" y="93326"/>
                </a:lnTo>
                <a:close/>
              </a:path>
            </a:pathLst>
          </a:custGeom>
          <a:solidFill>
            <a:srgbClr val="F8F6F2"/>
          </a:solidFill>
        </p:spPr>
      </p:sp>
      <p:sp>
        <p:nvSpPr>
          <p:cNvPr id="44" name="Text 42"/>
          <p:cNvSpPr/>
          <p:nvPr/>
        </p:nvSpPr>
        <p:spPr>
          <a:xfrm>
            <a:off x="8054380" y="5370909"/>
            <a:ext cx="1943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6F2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Category: </a:t>
            </a:r>
            <a:r>
              <a:rPr lang="en-US" sz="1200" b="1" dirty="0">
                <a:solidFill>
                  <a:srgbClr val="F8F6F2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Low, Needs Work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559080" y="582810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8F6F2">
              <a:alpha val="30196"/>
            </a:srgbClr>
          </a:solidFill>
        </p:spPr>
      </p:sp>
      <p:sp>
        <p:nvSpPr>
          <p:cNvPr id="46" name="Shape 44"/>
          <p:cNvSpPr/>
          <p:nvPr/>
        </p:nvSpPr>
        <p:spPr>
          <a:xfrm>
            <a:off x="7687667" y="5932884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F8F6F2"/>
          </a:solidFill>
        </p:spPr>
      </p:sp>
      <p:sp>
        <p:nvSpPr>
          <p:cNvPr id="47" name="Text 45"/>
          <p:cNvSpPr/>
          <p:nvPr/>
        </p:nvSpPr>
        <p:spPr>
          <a:xfrm>
            <a:off x="8054380" y="5790009"/>
            <a:ext cx="3600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6F2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Suggestions: Sleep hygiene routine, screen time limits, relaxation techniques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6099" y="336099"/>
            <a:ext cx="11587021" cy="2016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b="1" kern="0" spc="53" dirty="0">
                <a:solidFill>
                  <a:srgbClr val="A3B1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Built With Modern Tech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6099" y="604979"/>
            <a:ext cx="11721461" cy="4033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75" b="1" dirty="0">
                <a:solidFill>
                  <a:srgbClr val="585C45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6099" y="1075518"/>
            <a:ext cx="11603826" cy="235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5" dirty="0">
                <a:solidFill>
                  <a:srgbClr val="3A3A3A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Robust, scalable, and accessible architecture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6099" y="1462032"/>
            <a:ext cx="5671675" cy="2940868"/>
          </a:xfrm>
          <a:custGeom>
            <a:avLst/>
            <a:gdLst/>
            <a:ahLst/>
            <a:cxnLst/>
            <a:rect l="l" t="t" r="r" b="b"/>
            <a:pathLst>
              <a:path w="5671675" h="2940868">
                <a:moveTo>
                  <a:pt x="33610" y="0"/>
                </a:moveTo>
                <a:lnTo>
                  <a:pt x="5638065" y="0"/>
                </a:lnTo>
                <a:cubicBezTo>
                  <a:pt x="5656627" y="0"/>
                  <a:pt x="5671675" y="15048"/>
                  <a:pt x="5671675" y="33610"/>
                </a:cubicBezTo>
                <a:lnTo>
                  <a:pt x="5671675" y="2806441"/>
                </a:lnTo>
                <a:cubicBezTo>
                  <a:pt x="5671675" y="2880683"/>
                  <a:pt x="5611490" y="2940868"/>
                  <a:pt x="5537248" y="2940868"/>
                </a:cubicBezTo>
                <a:lnTo>
                  <a:pt x="134427" y="2940868"/>
                </a:lnTo>
                <a:cubicBezTo>
                  <a:pt x="60235" y="2940868"/>
                  <a:pt x="0" y="2880634"/>
                  <a:pt x="0" y="2806441"/>
                </a:cubicBez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26037" dist="840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6099" y="1462032"/>
            <a:ext cx="5671675" cy="33610"/>
          </a:xfrm>
          <a:custGeom>
            <a:avLst/>
            <a:gdLst/>
            <a:ahLst/>
            <a:cxnLst/>
            <a:rect l="l" t="t" r="r" b="b"/>
            <a:pathLst>
              <a:path w="5671675" h="33610">
                <a:moveTo>
                  <a:pt x="33610" y="0"/>
                </a:moveTo>
                <a:lnTo>
                  <a:pt x="5638065" y="0"/>
                </a:lnTo>
                <a:cubicBezTo>
                  <a:pt x="5656627" y="0"/>
                  <a:pt x="5671675" y="15048"/>
                  <a:pt x="5671675" y="33610"/>
                </a:cubicBezTo>
                <a:lnTo>
                  <a:pt x="5671675" y="33610"/>
                </a:lnTo>
                <a:lnTo>
                  <a:pt x="0" y="33610"/>
                </a:ln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A3B18A"/>
          </a:solidFill>
        </p:spPr>
      </p:sp>
      <p:sp>
        <p:nvSpPr>
          <p:cNvPr id="7" name="Shape 5"/>
          <p:cNvSpPr/>
          <p:nvPr/>
        </p:nvSpPr>
        <p:spPr>
          <a:xfrm>
            <a:off x="504149" y="1646886"/>
            <a:ext cx="537759" cy="537759"/>
          </a:xfrm>
          <a:custGeom>
            <a:avLst/>
            <a:gdLst/>
            <a:ahLst/>
            <a:cxnLst/>
            <a:rect l="l" t="t" r="r" b="b"/>
            <a:pathLst>
              <a:path w="537759" h="537759">
                <a:moveTo>
                  <a:pt x="100830" y="0"/>
                </a:moveTo>
                <a:lnTo>
                  <a:pt x="436929" y="0"/>
                </a:lnTo>
                <a:cubicBezTo>
                  <a:pt x="492616" y="0"/>
                  <a:pt x="537759" y="45143"/>
                  <a:pt x="537759" y="100830"/>
                </a:cubicBezTo>
                <a:lnTo>
                  <a:pt x="537759" y="436929"/>
                </a:lnTo>
                <a:cubicBezTo>
                  <a:pt x="537759" y="492616"/>
                  <a:pt x="492616" y="537759"/>
                  <a:pt x="436929" y="537759"/>
                </a:cubicBezTo>
                <a:lnTo>
                  <a:pt x="100830" y="537759"/>
                </a:lnTo>
                <a:cubicBezTo>
                  <a:pt x="45143" y="537759"/>
                  <a:pt x="0" y="492616"/>
                  <a:pt x="0" y="436929"/>
                </a:cubicBezTo>
                <a:lnTo>
                  <a:pt x="0" y="100830"/>
                </a:lnTo>
                <a:cubicBezTo>
                  <a:pt x="0" y="45180"/>
                  <a:pt x="45180" y="0"/>
                  <a:pt x="100830" y="0"/>
                </a:cubicBezTo>
                <a:close/>
              </a:path>
            </a:pathLst>
          </a:custGeom>
          <a:solidFill>
            <a:srgbClr val="A3B18A"/>
          </a:solidFill>
        </p:spPr>
      </p:sp>
      <p:sp>
        <p:nvSpPr>
          <p:cNvPr id="8" name="Shape 6"/>
          <p:cNvSpPr/>
          <p:nvPr/>
        </p:nvSpPr>
        <p:spPr>
          <a:xfrm>
            <a:off x="649092" y="1789728"/>
            <a:ext cx="252074" cy="252074"/>
          </a:xfrm>
          <a:custGeom>
            <a:avLst/>
            <a:gdLst/>
            <a:ahLst/>
            <a:cxnLst/>
            <a:rect l="l" t="t" r="r" b="b"/>
            <a:pathLst>
              <a:path w="252074" h="252074">
                <a:moveTo>
                  <a:pt x="31509" y="15755"/>
                </a:moveTo>
                <a:cubicBezTo>
                  <a:pt x="14130" y="15755"/>
                  <a:pt x="0" y="29885"/>
                  <a:pt x="0" y="47264"/>
                </a:cubicBezTo>
                <a:lnTo>
                  <a:pt x="0" y="173301"/>
                </a:lnTo>
                <a:cubicBezTo>
                  <a:pt x="0" y="190681"/>
                  <a:pt x="14130" y="204810"/>
                  <a:pt x="31509" y="204810"/>
                </a:cubicBezTo>
                <a:lnTo>
                  <a:pt x="102405" y="204810"/>
                </a:lnTo>
                <a:lnTo>
                  <a:pt x="94528" y="228442"/>
                </a:lnTo>
                <a:lnTo>
                  <a:pt x="59080" y="228442"/>
                </a:lnTo>
                <a:cubicBezTo>
                  <a:pt x="52532" y="228442"/>
                  <a:pt x="47264" y="233710"/>
                  <a:pt x="47264" y="240258"/>
                </a:cubicBezTo>
                <a:cubicBezTo>
                  <a:pt x="47264" y="246806"/>
                  <a:pt x="52532" y="252074"/>
                  <a:pt x="59080" y="252074"/>
                </a:cubicBezTo>
                <a:lnTo>
                  <a:pt x="192994" y="252074"/>
                </a:lnTo>
                <a:cubicBezTo>
                  <a:pt x="199543" y="252074"/>
                  <a:pt x="204810" y="246806"/>
                  <a:pt x="204810" y="240258"/>
                </a:cubicBezTo>
                <a:cubicBezTo>
                  <a:pt x="204810" y="233710"/>
                  <a:pt x="199543" y="228442"/>
                  <a:pt x="192994" y="228442"/>
                </a:cubicBezTo>
                <a:lnTo>
                  <a:pt x="157547" y="228442"/>
                </a:lnTo>
                <a:lnTo>
                  <a:pt x="149669" y="204810"/>
                </a:lnTo>
                <a:lnTo>
                  <a:pt x="220565" y="204810"/>
                </a:lnTo>
                <a:cubicBezTo>
                  <a:pt x="237944" y="204810"/>
                  <a:pt x="252074" y="190681"/>
                  <a:pt x="252074" y="173301"/>
                </a:cubicBezTo>
                <a:lnTo>
                  <a:pt x="252074" y="47264"/>
                </a:lnTo>
                <a:cubicBezTo>
                  <a:pt x="252074" y="29885"/>
                  <a:pt x="237944" y="15755"/>
                  <a:pt x="220565" y="15755"/>
                </a:cubicBezTo>
                <a:lnTo>
                  <a:pt x="31509" y="15755"/>
                </a:lnTo>
                <a:close/>
                <a:moveTo>
                  <a:pt x="47264" y="47264"/>
                </a:moveTo>
                <a:lnTo>
                  <a:pt x="204810" y="47264"/>
                </a:lnTo>
                <a:cubicBezTo>
                  <a:pt x="213525" y="47264"/>
                  <a:pt x="220565" y="54304"/>
                  <a:pt x="220565" y="63019"/>
                </a:cubicBezTo>
                <a:lnTo>
                  <a:pt x="220565" y="141792"/>
                </a:lnTo>
                <a:cubicBezTo>
                  <a:pt x="220565" y="150506"/>
                  <a:pt x="213525" y="157547"/>
                  <a:pt x="204810" y="157547"/>
                </a:cubicBezTo>
                <a:lnTo>
                  <a:pt x="47264" y="157547"/>
                </a:lnTo>
                <a:cubicBezTo>
                  <a:pt x="38550" y="157547"/>
                  <a:pt x="31509" y="150506"/>
                  <a:pt x="31509" y="141792"/>
                </a:cubicBezTo>
                <a:lnTo>
                  <a:pt x="31509" y="63019"/>
                </a:lnTo>
                <a:cubicBezTo>
                  <a:pt x="31509" y="54304"/>
                  <a:pt x="38550" y="47264"/>
                  <a:pt x="47264" y="47264"/>
                </a:cubicBezTo>
                <a:close/>
              </a:path>
            </a:pathLst>
          </a:custGeom>
          <a:solidFill>
            <a:srgbClr val="F8F6F2"/>
          </a:solidFill>
        </p:spPr>
      </p:sp>
      <p:sp>
        <p:nvSpPr>
          <p:cNvPr id="9" name="Text 7"/>
          <p:cNvSpPr/>
          <p:nvPr/>
        </p:nvSpPr>
        <p:spPr>
          <a:xfrm>
            <a:off x="1176347" y="1680496"/>
            <a:ext cx="915870" cy="2688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0" b="1" dirty="0">
                <a:solidFill>
                  <a:srgbClr val="585C45"/>
                </a:solidFill>
                <a:latin typeface="Unna" panose="02040503070705020203" pitchFamily="34" charset="0"/>
                <a:ea typeface="Unna" panose="02040503070705020203" pitchFamily="34" charset="-122"/>
                <a:cs typeface="Unna" panose="02040503070705020203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76347" y="1949376"/>
            <a:ext cx="882261" cy="2016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A3B1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User Interface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4149" y="2319085"/>
            <a:ext cx="5335575" cy="571369"/>
          </a:xfrm>
          <a:custGeom>
            <a:avLst/>
            <a:gdLst/>
            <a:ahLst/>
            <a:cxnLst/>
            <a:rect l="l" t="t" r="r" b="b"/>
            <a:pathLst>
              <a:path w="5335575" h="571369">
                <a:moveTo>
                  <a:pt x="67222" y="0"/>
                </a:moveTo>
                <a:lnTo>
                  <a:pt x="5268354" y="0"/>
                </a:lnTo>
                <a:cubicBezTo>
                  <a:pt x="5305479" y="0"/>
                  <a:pt x="5335575" y="30096"/>
                  <a:pt x="5335575" y="67222"/>
                </a:cubicBezTo>
                <a:lnTo>
                  <a:pt x="5335575" y="504147"/>
                </a:lnTo>
                <a:cubicBezTo>
                  <a:pt x="5335575" y="541248"/>
                  <a:pt x="5305455" y="571369"/>
                  <a:pt x="5268354" y="571369"/>
                </a:cubicBezTo>
                <a:lnTo>
                  <a:pt x="67222" y="571369"/>
                </a:lnTo>
                <a:cubicBezTo>
                  <a:pt x="30096" y="571369"/>
                  <a:pt x="0" y="541273"/>
                  <a:pt x="0" y="504147"/>
                </a:cubicBezTo>
                <a:lnTo>
                  <a:pt x="0" y="67222"/>
                </a:lnTo>
                <a:cubicBezTo>
                  <a:pt x="0" y="30121"/>
                  <a:pt x="30121" y="0"/>
                  <a:pt x="67222" y="0"/>
                </a:cubicBezTo>
                <a:close/>
              </a:path>
            </a:pathLst>
          </a:custGeom>
          <a:solidFill>
            <a:srgbClr val="A3B18A">
              <a:alpha val="10196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655394" y="2503939"/>
            <a:ext cx="151245" cy="201660"/>
          </a:xfrm>
          <a:custGeom>
            <a:avLst/>
            <a:gdLst/>
            <a:ahLst/>
            <a:cxnLst/>
            <a:rect l="l" t="t" r="r" b="b"/>
            <a:pathLst>
              <a:path w="151245" h="201660">
                <a:moveTo>
                  <a:pt x="0" y="12604"/>
                </a:moveTo>
                <a:lnTo>
                  <a:pt x="13746" y="168496"/>
                </a:lnTo>
                <a:lnTo>
                  <a:pt x="75425" y="189056"/>
                </a:lnTo>
                <a:lnTo>
                  <a:pt x="137499" y="168496"/>
                </a:lnTo>
                <a:lnTo>
                  <a:pt x="151245" y="12604"/>
                </a:lnTo>
                <a:lnTo>
                  <a:pt x="0" y="12604"/>
                </a:lnTo>
                <a:close/>
                <a:moveTo>
                  <a:pt x="121390" y="62979"/>
                </a:moveTo>
                <a:lnTo>
                  <a:pt x="48997" y="62979"/>
                </a:lnTo>
                <a:lnTo>
                  <a:pt x="50612" y="82436"/>
                </a:lnTo>
                <a:lnTo>
                  <a:pt x="119775" y="82436"/>
                </a:lnTo>
                <a:lnTo>
                  <a:pt x="114418" y="140886"/>
                </a:lnTo>
                <a:lnTo>
                  <a:pt x="75859" y="151520"/>
                </a:lnTo>
                <a:lnTo>
                  <a:pt x="75859" y="151639"/>
                </a:lnTo>
                <a:lnTo>
                  <a:pt x="75425" y="151639"/>
                </a:lnTo>
                <a:lnTo>
                  <a:pt x="36551" y="140886"/>
                </a:lnTo>
                <a:lnTo>
                  <a:pt x="34188" y="111031"/>
                </a:lnTo>
                <a:lnTo>
                  <a:pt x="52975" y="111031"/>
                </a:lnTo>
                <a:lnTo>
                  <a:pt x="54354" y="126037"/>
                </a:lnTo>
                <a:lnTo>
                  <a:pt x="75425" y="131748"/>
                </a:lnTo>
                <a:lnTo>
                  <a:pt x="96576" y="126037"/>
                </a:lnTo>
                <a:lnTo>
                  <a:pt x="98939" y="101539"/>
                </a:lnTo>
                <a:lnTo>
                  <a:pt x="33203" y="101539"/>
                </a:lnTo>
                <a:lnTo>
                  <a:pt x="28161" y="44192"/>
                </a:lnTo>
                <a:lnTo>
                  <a:pt x="123123" y="44192"/>
                </a:lnTo>
                <a:lnTo>
                  <a:pt x="121390" y="62979"/>
                </a:lnTo>
                <a:close/>
              </a:path>
            </a:pathLst>
          </a:custGeom>
          <a:solidFill>
            <a:srgbClr val="585C45"/>
          </a:solidFill>
        </p:spPr>
      </p:sp>
      <p:sp>
        <p:nvSpPr>
          <p:cNvPr id="13" name="Text 11"/>
          <p:cNvSpPr/>
          <p:nvPr/>
        </p:nvSpPr>
        <p:spPr>
          <a:xfrm>
            <a:off x="957883" y="2419915"/>
            <a:ext cx="1184750" cy="2016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b="1" dirty="0">
                <a:solidFill>
                  <a:srgbClr val="585C4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HTML5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57883" y="2621574"/>
            <a:ext cx="1176347" cy="168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3A3A3A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Structure &amp; semantics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4149" y="2991283"/>
            <a:ext cx="5335575" cy="571369"/>
          </a:xfrm>
          <a:custGeom>
            <a:avLst/>
            <a:gdLst/>
            <a:ahLst/>
            <a:cxnLst/>
            <a:rect l="l" t="t" r="r" b="b"/>
            <a:pathLst>
              <a:path w="5335575" h="571369">
                <a:moveTo>
                  <a:pt x="67222" y="0"/>
                </a:moveTo>
                <a:lnTo>
                  <a:pt x="5268354" y="0"/>
                </a:lnTo>
                <a:cubicBezTo>
                  <a:pt x="5305479" y="0"/>
                  <a:pt x="5335575" y="30096"/>
                  <a:pt x="5335575" y="67222"/>
                </a:cubicBezTo>
                <a:lnTo>
                  <a:pt x="5335575" y="504147"/>
                </a:lnTo>
                <a:cubicBezTo>
                  <a:pt x="5335575" y="541248"/>
                  <a:pt x="5305455" y="571369"/>
                  <a:pt x="5268354" y="571369"/>
                </a:cubicBezTo>
                <a:lnTo>
                  <a:pt x="67222" y="571369"/>
                </a:lnTo>
                <a:cubicBezTo>
                  <a:pt x="30096" y="571369"/>
                  <a:pt x="0" y="541273"/>
                  <a:pt x="0" y="504147"/>
                </a:cubicBezTo>
                <a:lnTo>
                  <a:pt x="0" y="67222"/>
                </a:lnTo>
                <a:cubicBezTo>
                  <a:pt x="0" y="30121"/>
                  <a:pt x="30121" y="0"/>
                  <a:pt x="67222" y="0"/>
                </a:cubicBezTo>
                <a:close/>
              </a:path>
            </a:pathLst>
          </a:custGeom>
          <a:solidFill>
            <a:srgbClr val="A3B18A">
              <a:alpha val="10196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655394" y="3176138"/>
            <a:ext cx="151245" cy="201660"/>
          </a:xfrm>
          <a:custGeom>
            <a:avLst/>
            <a:gdLst/>
            <a:ahLst/>
            <a:cxnLst/>
            <a:rect l="l" t="t" r="r" b="b"/>
            <a:pathLst>
              <a:path w="151245" h="201660">
                <a:moveTo>
                  <a:pt x="0" y="12604"/>
                </a:moveTo>
                <a:lnTo>
                  <a:pt x="13746" y="168496"/>
                </a:lnTo>
                <a:lnTo>
                  <a:pt x="75622" y="189056"/>
                </a:lnTo>
                <a:lnTo>
                  <a:pt x="137499" y="168496"/>
                </a:lnTo>
                <a:lnTo>
                  <a:pt x="151245" y="12604"/>
                </a:lnTo>
                <a:lnTo>
                  <a:pt x="0" y="12604"/>
                </a:lnTo>
                <a:close/>
                <a:moveTo>
                  <a:pt x="123320" y="44113"/>
                </a:moveTo>
                <a:lnTo>
                  <a:pt x="121429" y="62743"/>
                </a:lnTo>
                <a:lnTo>
                  <a:pt x="76016" y="82161"/>
                </a:lnTo>
                <a:lnTo>
                  <a:pt x="75898" y="82200"/>
                </a:lnTo>
                <a:lnTo>
                  <a:pt x="119814" y="82200"/>
                </a:lnTo>
                <a:lnTo>
                  <a:pt x="114773" y="139941"/>
                </a:lnTo>
                <a:lnTo>
                  <a:pt x="76095" y="151245"/>
                </a:lnTo>
                <a:lnTo>
                  <a:pt x="37181" y="139744"/>
                </a:lnTo>
                <a:lnTo>
                  <a:pt x="34660" y="110637"/>
                </a:lnTo>
                <a:lnTo>
                  <a:pt x="53920" y="110637"/>
                </a:lnTo>
                <a:lnTo>
                  <a:pt x="55181" y="125722"/>
                </a:lnTo>
                <a:lnTo>
                  <a:pt x="75898" y="130961"/>
                </a:lnTo>
                <a:lnTo>
                  <a:pt x="97443" y="124895"/>
                </a:lnTo>
                <a:lnTo>
                  <a:pt x="98900" y="100633"/>
                </a:lnTo>
                <a:lnTo>
                  <a:pt x="33400" y="100436"/>
                </a:lnTo>
                <a:lnTo>
                  <a:pt x="33400" y="100397"/>
                </a:lnTo>
                <a:lnTo>
                  <a:pt x="33321" y="100436"/>
                </a:lnTo>
                <a:lnTo>
                  <a:pt x="31903" y="82200"/>
                </a:lnTo>
                <a:lnTo>
                  <a:pt x="76056" y="63806"/>
                </a:lnTo>
                <a:lnTo>
                  <a:pt x="78616" y="62743"/>
                </a:lnTo>
                <a:lnTo>
                  <a:pt x="30210" y="62743"/>
                </a:lnTo>
                <a:lnTo>
                  <a:pt x="27925" y="44113"/>
                </a:lnTo>
                <a:lnTo>
                  <a:pt x="123320" y="44113"/>
                </a:lnTo>
                <a:close/>
              </a:path>
            </a:pathLst>
          </a:custGeom>
          <a:solidFill>
            <a:srgbClr val="585C45"/>
          </a:solidFill>
        </p:spPr>
      </p:sp>
      <p:sp>
        <p:nvSpPr>
          <p:cNvPr id="17" name="Text 15"/>
          <p:cNvSpPr/>
          <p:nvPr/>
        </p:nvSpPr>
        <p:spPr>
          <a:xfrm>
            <a:off x="957883" y="3092113"/>
            <a:ext cx="1100725" cy="2016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b="1" dirty="0">
                <a:solidFill>
                  <a:srgbClr val="585C4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CSS3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57883" y="3293773"/>
            <a:ext cx="1092323" cy="168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3A3A3A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Styling &amp; animations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4149" y="3663482"/>
            <a:ext cx="5335575" cy="571369"/>
          </a:xfrm>
          <a:custGeom>
            <a:avLst/>
            <a:gdLst/>
            <a:ahLst/>
            <a:cxnLst/>
            <a:rect l="l" t="t" r="r" b="b"/>
            <a:pathLst>
              <a:path w="5335575" h="571369">
                <a:moveTo>
                  <a:pt x="67222" y="0"/>
                </a:moveTo>
                <a:lnTo>
                  <a:pt x="5268354" y="0"/>
                </a:lnTo>
                <a:cubicBezTo>
                  <a:pt x="5305479" y="0"/>
                  <a:pt x="5335575" y="30096"/>
                  <a:pt x="5335575" y="67222"/>
                </a:cubicBezTo>
                <a:lnTo>
                  <a:pt x="5335575" y="504147"/>
                </a:lnTo>
                <a:cubicBezTo>
                  <a:pt x="5335575" y="541248"/>
                  <a:pt x="5305455" y="571369"/>
                  <a:pt x="5268354" y="571369"/>
                </a:cubicBezTo>
                <a:lnTo>
                  <a:pt x="67222" y="571369"/>
                </a:lnTo>
                <a:cubicBezTo>
                  <a:pt x="30096" y="571369"/>
                  <a:pt x="0" y="541273"/>
                  <a:pt x="0" y="504147"/>
                </a:cubicBezTo>
                <a:lnTo>
                  <a:pt x="0" y="67222"/>
                </a:lnTo>
                <a:cubicBezTo>
                  <a:pt x="0" y="30121"/>
                  <a:pt x="30121" y="0"/>
                  <a:pt x="67222" y="0"/>
                </a:cubicBezTo>
                <a:close/>
              </a:path>
            </a:pathLst>
          </a:custGeom>
          <a:solidFill>
            <a:srgbClr val="A3B18A">
              <a:alpha val="10196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642790" y="3848336"/>
            <a:ext cx="176452" cy="201660"/>
          </a:xfrm>
          <a:custGeom>
            <a:avLst/>
            <a:gdLst/>
            <a:ahLst/>
            <a:cxnLst/>
            <a:rect l="l" t="t" r="r" b="b"/>
            <a:pathLst>
              <a:path w="176452" h="201660">
                <a:moveTo>
                  <a:pt x="0" y="12604"/>
                </a:moveTo>
                <a:lnTo>
                  <a:pt x="0" y="189056"/>
                </a:lnTo>
                <a:lnTo>
                  <a:pt x="176452" y="189056"/>
                </a:lnTo>
                <a:lnTo>
                  <a:pt x="176452" y="12604"/>
                </a:lnTo>
                <a:lnTo>
                  <a:pt x="0" y="12604"/>
                </a:lnTo>
                <a:close/>
                <a:moveTo>
                  <a:pt x="96025" y="150221"/>
                </a:moveTo>
                <a:cubicBezTo>
                  <a:pt x="96025" y="167393"/>
                  <a:pt x="85942" y="175231"/>
                  <a:pt x="71250" y="175231"/>
                </a:cubicBezTo>
                <a:cubicBezTo>
                  <a:pt x="57977" y="175231"/>
                  <a:pt x="50297" y="168378"/>
                  <a:pt x="46358" y="160067"/>
                </a:cubicBezTo>
                <a:lnTo>
                  <a:pt x="59868" y="151914"/>
                </a:lnTo>
                <a:cubicBezTo>
                  <a:pt x="62467" y="156522"/>
                  <a:pt x="64830" y="160422"/>
                  <a:pt x="70541" y="160422"/>
                </a:cubicBezTo>
                <a:cubicBezTo>
                  <a:pt x="75977" y="160422"/>
                  <a:pt x="79443" y="158295"/>
                  <a:pt x="79443" y="149984"/>
                </a:cubicBezTo>
                <a:lnTo>
                  <a:pt x="79443" y="93622"/>
                </a:lnTo>
                <a:lnTo>
                  <a:pt x="96025" y="93622"/>
                </a:lnTo>
                <a:lnTo>
                  <a:pt x="96025" y="150221"/>
                </a:lnTo>
                <a:close/>
                <a:moveTo>
                  <a:pt x="135254" y="175231"/>
                </a:moveTo>
                <a:cubicBezTo>
                  <a:pt x="119854" y="175231"/>
                  <a:pt x="109889" y="167905"/>
                  <a:pt x="105044" y="158295"/>
                </a:cubicBezTo>
                <a:lnTo>
                  <a:pt x="118554" y="150496"/>
                </a:lnTo>
                <a:cubicBezTo>
                  <a:pt x="122099" y="156286"/>
                  <a:pt x="126746" y="160579"/>
                  <a:pt x="134899" y="160579"/>
                </a:cubicBezTo>
                <a:cubicBezTo>
                  <a:pt x="141752" y="160579"/>
                  <a:pt x="146164" y="157153"/>
                  <a:pt x="146164" y="152387"/>
                </a:cubicBezTo>
                <a:cubicBezTo>
                  <a:pt x="146164" y="146715"/>
                  <a:pt x="141674" y="144706"/>
                  <a:pt x="134072" y="141359"/>
                </a:cubicBezTo>
                <a:lnTo>
                  <a:pt x="129936" y="139586"/>
                </a:lnTo>
                <a:cubicBezTo>
                  <a:pt x="117963" y="134505"/>
                  <a:pt x="110046" y="128085"/>
                  <a:pt x="110046" y="114576"/>
                </a:cubicBezTo>
                <a:cubicBezTo>
                  <a:pt x="110046" y="102130"/>
                  <a:pt x="119538" y="92677"/>
                  <a:pt x="134308" y="92677"/>
                </a:cubicBezTo>
                <a:cubicBezTo>
                  <a:pt x="144864" y="92677"/>
                  <a:pt x="152426" y="96340"/>
                  <a:pt x="157862" y="105950"/>
                </a:cubicBezTo>
                <a:lnTo>
                  <a:pt x="144943" y="114221"/>
                </a:lnTo>
                <a:cubicBezTo>
                  <a:pt x="142107" y="109140"/>
                  <a:pt x="139035" y="107132"/>
                  <a:pt x="134269" y="107132"/>
                </a:cubicBezTo>
                <a:cubicBezTo>
                  <a:pt x="129424" y="107132"/>
                  <a:pt x="126352" y="110204"/>
                  <a:pt x="126352" y="114221"/>
                </a:cubicBezTo>
                <a:cubicBezTo>
                  <a:pt x="126352" y="119184"/>
                  <a:pt x="129424" y="121193"/>
                  <a:pt x="136553" y="124304"/>
                </a:cubicBezTo>
                <a:lnTo>
                  <a:pt x="140689" y="126077"/>
                </a:lnTo>
                <a:cubicBezTo>
                  <a:pt x="154789" y="132103"/>
                  <a:pt x="162706" y="138286"/>
                  <a:pt x="162706" y="152151"/>
                </a:cubicBezTo>
                <a:cubicBezTo>
                  <a:pt x="162706" y="167039"/>
                  <a:pt x="150969" y="175231"/>
                  <a:pt x="135254" y="175231"/>
                </a:cubicBezTo>
                <a:close/>
              </a:path>
            </a:pathLst>
          </a:custGeom>
          <a:solidFill>
            <a:srgbClr val="585C45"/>
          </a:solidFill>
        </p:spPr>
      </p:sp>
      <p:sp>
        <p:nvSpPr>
          <p:cNvPr id="21" name="Text 19"/>
          <p:cNvSpPr/>
          <p:nvPr/>
        </p:nvSpPr>
        <p:spPr>
          <a:xfrm>
            <a:off x="957883" y="3764312"/>
            <a:ext cx="1050310" cy="2016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b="1" dirty="0">
                <a:solidFill>
                  <a:srgbClr val="585C4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57883" y="3965971"/>
            <a:ext cx="1041908" cy="168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3A3A3A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Interactivity &amp; logic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78625" y="1462032"/>
            <a:ext cx="5671675" cy="2940868"/>
          </a:xfrm>
          <a:custGeom>
            <a:avLst/>
            <a:gdLst/>
            <a:ahLst/>
            <a:cxnLst/>
            <a:rect l="l" t="t" r="r" b="b"/>
            <a:pathLst>
              <a:path w="5671675" h="2940868">
                <a:moveTo>
                  <a:pt x="33610" y="0"/>
                </a:moveTo>
                <a:lnTo>
                  <a:pt x="5638065" y="0"/>
                </a:lnTo>
                <a:cubicBezTo>
                  <a:pt x="5656627" y="0"/>
                  <a:pt x="5671675" y="15048"/>
                  <a:pt x="5671675" y="33610"/>
                </a:cubicBezTo>
                <a:lnTo>
                  <a:pt x="5671675" y="2806441"/>
                </a:lnTo>
                <a:cubicBezTo>
                  <a:pt x="5671675" y="2880683"/>
                  <a:pt x="5611490" y="2940868"/>
                  <a:pt x="5537248" y="2940868"/>
                </a:cubicBezTo>
                <a:lnTo>
                  <a:pt x="134427" y="2940868"/>
                </a:lnTo>
                <a:cubicBezTo>
                  <a:pt x="60235" y="2940868"/>
                  <a:pt x="0" y="2880634"/>
                  <a:pt x="0" y="2806441"/>
                </a:cubicBez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26037" dist="840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78625" y="1462032"/>
            <a:ext cx="5671675" cy="33610"/>
          </a:xfrm>
          <a:custGeom>
            <a:avLst/>
            <a:gdLst/>
            <a:ahLst/>
            <a:cxnLst/>
            <a:rect l="l" t="t" r="r" b="b"/>
            <a:pathLst>
              <a:path w="5671675" h="33610">
                <a:moveTo>
                  <a:pt x="33610" y="0"/>
                </a:moveTo>
                <a:lnTo>
                  <a:pt x="5638065" y="0"/>
                </a:lnTo>
                <a:cubicBezTo>
                  <a:pt x="5656627" y="0"/>
                  <a:pt x="5671675" y="15048"/>
                  <a:pt x="5671675" y="33610"/>
                </a:cubicBezTo>
                <a:lnTo>
                  <a:pt x="5671675" y="33610"/>
                </a:lnTo>
                <a:lnTo>
                  <a:pt x="0" y="33610"/>
                </a:ln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25" name="Shape 23"/>
          <p:cNvSpPr/>
          <p:nvPr/>
        </p:nvSpPr>
        <p:spPr>
          <a:xfrm>
            <a:off x="6346674" y="1646886"/>
            <a:ext cx="537759" cy="537759"/>
          </a:xfrm>
          <a:custGeom>
            <a:avLst/>
            <a:gdLst/>
            <a:ahLst/>
            <a:cxnLst/>
            <a:rect l="l" t="t" r="r" b="b"/>
            <a:pathLst>
              <a:path w="537759" h="537759">
                <a:moveTo>
                  <a:pt x="100830" y="0"/>
                </a:moveTo>
                <a:lnTo>
                  <a:pt x="436929" y="0"/>
                </a:lnTo>
                <a:cubicBezTo>
                  <a:pt x="492616" y="0"/>
                  <a:pt x="537759" y="45143"/>
                  <a:pt x="537759" y="100830"/>
                </a:cubicBezTo>
                <a:lnTo>
                  <a:pt x="537759" y="436929"/>
                </a:lnTo>
                <a:cubicBezTo>
                  <a:pt x="537759" y="492616"/>
                  <a:pt x="492616" y="537759"/>
                  <a:pt x="436929" y="537759"/>
                </a:cubicBezTo>
                <a:lnTo>
                  <a:pt x="100830" y="537759"/>
                </a:lnTo>
                <a:cubicBezTo>
                  <a:pt x="45143" y="537759"/>
                  <a:pt x="0" y="492616"/>
                  <a:pt x="0" y="436929"/>
                </a:cubicBezTo>
                <a:lnTo>
                  <a:pt x="0" y="100830"/>
                </a:lnTo>
                <a:cubicBezTo>
                  <a:pt x="0" y="45180"/>
                  <a:pt x="45180" y="0"/>
                  <a:pt x="100830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26" name="Shape 24"/>
          <p:cNvSpPr/>
          <p:nvPr/>
        </p:nvSpPr>
        <p:spPr>
          <a:xfrm>
            <a:off x="6491617" y="1789728"/>
            <a:ext cx="252074" cy="252074"/>
          </a:xfrm>
          <a:custGeom>
            <a:avLst/>
            <a:gdLst/>
            <a:ahLst/>
            <a:cxnLst/>
            <a:rect l="l" t="t" r="r" b="b"/>
            <a:pathLst>
              <a:path w="252074" h="252074">
                <a:moveTo>
                  <a:pt x="59080" y="27571"/>
                </a:moveTo>
                <a:cubicBezTo>
                  <a:pt x="59080" y="12358"/>
                  <a:pt x="71437" y="0"/>
                  <a:pt x="86651" y="0"/>
                </a:cubicBezTo>
                <a:lnTo>
                  <a:pt x="98467" y="0"/>
                </a:lnTo>
                <a:cubicBezTo>
                  <a:pt x="107181" y="0"/>
                  <a:pt x="114221" y="7040"/>
                  <a:pt x="114221" y="15755"/>
                </a:cubicBezTo>
                <a:lnTo>
                  <a:pt x="114221" y="236320"/>
                </a:lnTo>
                <a:cubicBezTo>
                  <a:pt x="114221" y="245034"/>
                  <a:pt x="107181" y="252074"/>
                  <a:pt x="98467" y="252074"/>
                </a:cubicBezTo>
                <a:lnTo>
                  <a:pt x="82712" y="252074"/>
                </a:lnTo>
                <a:cubicBezTo>
                  <a:pt x="68040" y="252074"/>
                  <a:pt x="55683" y="242031"/>
                  <a:pt x="52187" y="228442"/>
                </a:cubicBezTo>
                <a:cubicBezTo>
                  <a:pt x="51843" y="228442"/>
                  <a:pt x="51547" y="228442"/>
                  <a:pt x="51203" y="228442"/>
                </a:cubicBezTo>
                <a:cubicBezTo>
                  <a:pt x="29442" y="228442"/>
                  <a:pt x="11816" y="210817"/>
                  <a:pt x="11816" y="189056"/>
                </a:cubicBezTo>
                <a:cubicBezTo>
                  <a:pt x="11816" y="180194"/>
                  <a:pt x="14770" y="172021"/>
                  <a:pt x="19693" y="165424"/>
                </a:cubicBezTo>
                <a:cubicBezTo>
                  <a:pt x="10142" y="158236"/>
                  <a:pt x="3939" y="146814"/>
                  <a:pt x="3939" y="133915"/>
                </a:cubicBezTo>
                <a:cubicBezTo>
                  <a:pt x="3939" y="118701"/>
                  <a:pt x="12604" y="105458"/>
                  <a:pt x="25207" y="98910"/>
                </a:cubicBezTo>
                <a:cubicBezTo>
                  <a:pt x="21712" y="93002"/>
                  <a:pt x="19693" y="86109"/>
                  <a:pt x="19693" y="78773"/>
                </a:cubicBezTo>
                <a:cubicBezTo>
                  <a:pt x="19693" y="57012"/>
                  <a:pt x="37319" y="39387"/>
                  <a:pt x="59080" y="39387"/>
                </a:cubicBezTo>
                <a:lnTo>
                  <a:pt x="59080" y="27571"/>
                </a:lnTo>
                <a:close/>
                <a:moveTo>
                  <a:pt x="192994" y="27571"/>
                </a:moveTo>
                <a:lnTo>
                  <a:pt x="192994" y="39387"/>
                </a:lnTo>
                <a:cubicBezTo>
                  <a:pt x="214756" y="39387"/>
                  <a:pt x="232381" y="57012"/>
                  <a:pt x="232381" y="78773"/>
                </a:cubicBezTo>
                <a:cubicBezTo>
                  <a:pt x="232381" y="86158"/>
                  <a:pt x="230363" y="93051"/>
                  <a:pt x="226867" y="98910"/>
                </a:cubicBezTo>
                <a:cubicBezTo>
                  <a:pt x="239520" y="105458"/>
                  <a:pt x="248136" y="118652"/>
                  <a:pt x="248136" y="133915"/>
                </a:cubicBezTo>
                <a:cubicBezTo>
                  <a:pt x="248136" y="146814"/>
                  <a:pt x="241932" y="158236"/>
                  <a:pt x="232381" y="165424"/>
                </a:cubicBezTo>
                <a:cubicBezTo>
                  <a:pt x="237304" y="172021"/>
                  <a:pt x="240258" y="180194"/>
                  <a:pt x="240258" y="189056"/>
                </a:cubicBezTo>
                <a:cubicBezTo>
                  <a:pt x="240258" y="210817"/>
                  <a:pt x="222633" y="228442"/>
                  <a:pt x="200872" y="228442"/>
                </a:cubicBezTo>
                <a:cubicBezTo>
                  <a:pt x="200527" y="228442"/>
                  <a:pt x="200232" y="228442"/>
                  <a:pt x="199887" y="228442"/>
                </a:cubicBezTo>
                <a:cubicBezTo>
                  <a:pt x="196392" y="242031"/>
                  <a:pt x="184034" y="252074"/>
                  <a:pt x="169363" y="252074"/>
                </a:cubicBezTo>
                <a:lnTo>
                  <a:pt x="153608" y="252074"/>
                </a:lnTo>
                <a:cubicBezTo>
                  <a:pt x="144894" y="252074"/>
                  <a:pt x="137853" y="245034"/>
                  <a:pt x="137853" y="236320"/>
                </a:cubicBezTo>
                <a:lnTo>
                  <a:pt x="137853" y="15755"/>
                </a:lnTo>
                <a:cubicBezTo>
                  <a:pt x="137853" y="7040"/>
                  <a:pt x="144894" y="0"/>
                  <a:pt x="153608" y="0"/>
                </a:cubicBezTo>
                <a:lnTo>
                  <a:pt x="165424" y="0"/>
                </a:lnTo>
                <a:cubicBezTo>
                  <a:pt x="180637" y="0"/>
                  <a:pt x="192994" y="12358"/>
                  <a:pt x="192994" y="27571"/>
                </a:cubicBezTo>
                <a:close/>
              </a:path>
            </a:pathLst>
          </a:custGeom>
          <a:solidFill>
            <a:srgbClr val="F8F6F2"/>
          </a:solidFill>
        </p:spPr>
      </p:sp>
      <p:sp>
        <p:nvSpPr>
          <p:cNvPr id="27" name="Text 25"/>
          <p:cNvSpPr/>
          <p:nvPr/>
        </p:nvSpPr>
        <p:spPr>
          <a:xfrm>
            <a:off x="7018873" y="1680496"/>
            <a:ext cx="1184750" cy="2688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0" b="1" dirty="0">
                <a:solidFill>
                  <a:srgbClr val="585C45"/>
                </a:solidFill>
                <a:latin typeface="Unna" panose="02040503070705020203" pitchFamily="34" charset="0"/>
                <a:ea typeface="Unna" panose="02040503070705020203" pitchFamily="34" charset="-122"/>
                <a:cs typeface="Unna" panose="02040503070705020203" pitchFamily="34" charset="-120"/>
              </a:rPr>
              <a:t>AI Analysis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18873" y="1949376"/>
            <a:ext cx="1151140" cy="2016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D4A37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Intelligence Engine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46674" y="2319085"/>
            <a:ext cx="5335575" cy="571369"/>
          </a:xfrm>
          <a:custGeom>
            <a:avLst/>
            <a:gdLst/>
            <a:ahLst/>
            <a:cxnLst/>
            <a:rect l="l" t="t" r="r" b="b"/>
            <a:pathLst>
              <a:path w="5335575" h="571369">
                <a:moveTo>
                  <a:pt x="67222" y="0"/>
                </a:moveTo>
                <a:lnTo>
                  <a:pt x="5268354" y="0"/>
                </a:lnTo>
                <a:cubicBezTo>
                  <a:pt x="5305479" y="0"/>
                  <a:pt x="5335575" y="30096"/>
                  <a:pt x="5335575" y="67222"/>
                </a:cubicBezTo>
                <a:lnTo>
                  <a:pt x="5335575" y="504147"/>
                </a:lnTo>
                <a:cubicBezTo>
                  <a:pt x="5335575" y="541248"/>
                  <a:pt x="5305455" y="571369"/>
                  <a:pt x="5268354" y="571369"/>
                </a:cubicBezTo>
                <a:lnTo>
                  <a:pt x="67222" y="571369"/>
                </a:lnTo>
                <a:cubicBezTo>
                  <a:pt x="30096" y="571369"/>
                  <a:pt x="0" y="541273"/>
                  <a:pt x="0" y="504147"/>
                </a:cubicBezTo>
                <a:lnTo>
                  <a:pt x="0" y="67222"/>
                </a:lnTo>
                <a:cubicBezTo>
                  <a:pt x="0" y="30121"/>
                  <a:pt x="30121" y="0"/>
                  <a:pt x="67222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6447504" y="2503939"/>
            <a:ext cx="252074" cy="201660"/>
          </a:xfrm>
          <a:custGeom>
            <a:avLst/>
            <a:gdLst/>
            <a:ahLst/>
            <a:cxnLst/>
            <a:rect l="l" t="t" r="r" b="b"/>
            <a:pathLst>
              <a:path w="252074" h="201660">
                <a:moveTo>
                  <a:pt x="138641" y="0"/>
                </a:moveTo>
                <a:cubicBezTo>
                  <a:pt x="138641" y="-6971"/>
                  <a:pt x="133009" y="-12604"/>
                  <a:pt x="126037" y="-12604"/>
                </a:cubicBezTo>
                <a:cubicBezTo>
                  <a:pt x="119066" y="-12604"/>
                  <a:pt x="113433" y="-6971"/>
                  <a:pt x="113433" y="0"/>
                </a:cubicBezTo>
                <a:lnTo>
                  <a:pt x="113433" y="25207"/>
                </a:lnTo>
                <a:lnTo>
                  <a:pt x="75622" y="25207"/>
                </a:lnTo>
                <a:cubicBezTo>
                  <a:pt x="54747" y="25207"/>
                  <a:pt x="37811" y="42144"/>
                  <a:pt x="37811" y="63019"/>
                </a:cubicBezTo>
                <a:lnTo>
                  <a:pt x="37811" y="151245"/>
                </a:lnTo>
                <a:cubicBezTo>
                  <a:pt x="37811" y="172120"/>
                  <a:pt x="54747" y="189056"/>
                  <a:pt x="75622" y="189056"/>
                </a:cubicBezTo>
                <a:lnTo>
                  <a:pt x="176452" y="189056"/>
                </a:lnTo>
                <a:cubicBezTo>
                  <a:pt x="197327" y="189056"/>
                  <a:pt x="214263" y="172120"/>
                  <a:pt x="214263" y="151245"/>
                </a:cubicBezTo>
                <a:lnTo>
                  <a:pt x="214263" y="63019"/>
                </a:lnTo>
                <a:cubicBezTo>
                  <a:pt x="214263" y="42144"/>
                  <a:pt x="197327" y="25207"/>
                  <a:pt x="176452" y="25207"/>
                </a:cubicBezTo>
                <a:lnTo>
                  <a:pt x="138641" y="25207"/>
                </a:lnTo>
                <a:lnTo>
                  <a:pt x="138641" y="0"/>
                </a:lnTo>
                <a:close/>
                <a:moveTo>
                  <a:pt x="63019" y="144943"/>
                </a:moveTo>
                <a:cubicBezTo>
                  <a:pt x="63019" y="139704"/>
                  <a:pt x="67233" y="135490"/>
                  <a:pt x="72471" y="135490"/>
                </a:cubicBezTo>
                <a:lnTo>
                  <a:pt x="85075" y="135490"/>
                </a:lnTo>
                <a:cubicBezTo>
                  <a:pt x="90314" y="135490"/>
                  <a:pt x="94528" y="139704"/>
                  <a:pt x="94528" y="144943"/>
                </a:cubicBezTo>
                <a:cubicBezTo>
                  <a:pt x="94528" y="150181"/>
                  <a:pt x="90314" y="154396"/>
                  <a:pt x="85075" y="154396"/>
                </a:cubicBezTo>
                <a:lnTo>
                  <a:pt x="72471" y="154396"/>
                </a:lnTo>
                <a:cubicBezTo>
                  <a:pt x="67233" y="154396"/>
                  <a:pt x="63019" y="150181"/>
                  <a:pt x="63019" y="144943"/>
                </a:cubicBezTo>
                <a:close/>
                <a:moveTo>
                  <a:pt x="110283" y="144943"/>
                </a:moveTo>
                <a:cubicBezTo>
                  <a:pt x="110283" y="139704"/>
                  <a:pt x="114497" y="135490"/>
                  <a:pt x="119735" y="135490"/>
                </a:cubicBezTo>
                <a:lnTo>
                  <a:pt x="132339" y="135490"/>
                </a:lnTo>
                <a:cubicBezTo>
                  <a:pt x="137577" y="135490"/>
                  <a:pt x="141792" y="139704"/>
                  <a:pt x="141792" y="144943"/>
                </a:cubicBezTo>
                <a:cubicBezTo>
                  <a:pt x="141792" y="150181"/>
                  <a:pt x="137577" y="154396"/>
                  <a:pt x="132339" y="154396"/>
                </a:cubicBezTo>
                <a:lnTo>
                  <a:pt x="119735" y="154396"/>
                </a:lnTo>
                <a:cubicBezTo>
                  <a:pt x="114497" y="154396"/>
                  <a:pt x="110283" y="150181"/>
                  <a:pt x="110283" y="144943"/>
                </a:cubicBezTo>
                <a:close/>
                <a:moveTo>
                  <a:pt x="157547" y="144943"/>
                </a:moveTo>
                <a:cubicBezTo>
                  <a:pt x="157547" y="139704"/>
                  <a:pt x="161761" y="135490"/>
                  <a:pt x="166999" y="135490"/>
                </a:cubicBezTo>
                <a:lnTo>
                  <a:pt x="179603" y="135490"/>
                </a:lnTo>
                <a:cubicBezTo>
                  <a:pt x="184841" y="135490"/>
                  <a:pt x="189056" y="139704"/>
                  <a:pt x="189056" y="144943"/>
                </a:cubicBezTo>
                <a:cubicBezTo>
                  <a:pt x="189056" y="150181"/>
                  <a:pt x="184841" y="154396"/>
                  <a:pt x="179603" y="154396"/>
                </a:cubicBezTo>
                <a:lnTo>
                  <a:pt x="166999" y="154396"/>
                </a:lnTo>
                <a:cubicBezTo>
                  <a:pt x="161761" y="154396"/>
                  <a:pt x="157547" y="150181"/>
                  <a:pt x="157547" y="144943"/>
                </a:cubicBezTo>
                <a:close/>
                <a:moveTo>
                  <a:pt x="88226" y="69320"/>
                </a:moveTo>
                <a:cubicBezTo>
                  <a:pt x="98660" y="69320"/>
                  <a:pt x="107132" y="77792"/>
                  <a:pt x="107132" y="88226"/>
                </a:cubicBezTo>
                <a:cubicBezTo>
                  <a:pt x="107132" y="98660"/>
                  <a:pt x="98660" y="107132"/>
                  <a:pt x="88226" y="107132"/>
                </a:cubicBezTo>
                <a:cubicBezTo>
                  <a:pt x="77792" y="107132"/>
                  <a:pt x="69320" y="98660"/>
                  <a:pt x="69320" y="88226"/>
                </a:cubicBezTo>
                <a:cubicBezTo>
                  <a:pt x="69320" y="77792"/>
                  <a:pt x="77792" y="69320"/>
                  <a:pt x="88226" y="69320"/>
                </a:cubicBezTo>
                <a:close/>
                <a:moveTo>
                  <a:pt x="144943" y="88226"/>
                </a:moveTo>
                <a:cubicBezTo>
                  <a:pt x="144943" y="77792"/>
                  <a:pt x="153414" y="69320"/>
                  <a:pt x="163848" y="69320"/>
                </a:cubicBezTo>
                <a:cubicBezTo>
                  <a:pt x="174283" y="69320"/>
                  <a:pt x="182754" y="77792"/>
                  <a:pt x="182754" y="88226"/>
                </a:cubicBezTo>
                <a:cubicBezTo>
                  <a:pt x="182754" y="98660"/>
                  <a:pt x="174283" y="107132"/>
                  <a:pt x="163848" y="107132"/>
                </a:cubicBezTo>
                <a:cubicBezTo>
                  <a:pt x="153414" y="107132"/>
                  <a:pt x="144943" y="98660"/>
                  <a:pt x="144943" y="88226"/>
                </a:cubicBezTo>
                <a:close/>
                <a:moveTo>
                  <a:pt x="25207" y="88226"/>
                </a:moveTo>
                <a:cubicBezTo>
                  <a:pt x="25207" y="81255"/>
                  <a:pt x="19575" y="75622"/>
                  <a:pt x="12604" y="75622"/>
                </a:cubicBezTo>
                <a:cubicBezTo>
                  <a:pt x="5632" y="75622"/>
                  <a:pt x="0" y="81255"/>
                  <a:pt x="0" y="88226"/>
                </a:cubicBezTo>
                <a:lnTo>
                  <a:pt x="0" y="126037"/>
                </a:lnTo>
                <a:cubicBezTo>
                  <a:pt x="0" y="133009"/>
                  <a:pt x="5632" y="138641"/>
                  <a:pt x="12604" y="138641"/>
                </a:cubicBezTo>
                <a:cubicBezTo>
                  <a:pt x="19575" y="138641"/>
                  <a:pt x="25207" y="133009"/>
                  <a:pt x="25207" y="126037"/>
                </a:cubicBezTo>
                <a:lnTo>
                  <a:pt x="25207" y="88226"/>
                </a:lnTo>
                <a:close/>
                <a:moveTo>
                  <a:pt x="239471" y="75622"/>
                </a:moveTo>
                <a:cubicBezTo>
                  <a:pt x="232499" y="75622"/>
                  <a:pt x="226867" y="81255"/>
                  <a:pt x="226867" y="88226"/>
                </a:cubicBezTo>
                <a:lnTo>
                  <a:pt x="226867" y="126037"/>
                </a:lnTo>
                <a:cubicBezTo>
                  <a:pt x="226867" y="133009"/>
                  <a:pt x="232499" y="138641"/>
                  <a:pt x="239471" y="138641"/>
                </a:cubicBezTo>
                <a:cubicBezTo>
                  <a:pt x="246442" y="138641"/>
                  <a:pt x="252074" y="133009"/>
                  <a:pt x="252074" y="126037"/>
                </a:cubicBezTo>
                <a:lnTo>
                  <a:pt x="252074" y="88226"/>
                </a:lnTo>
                <a:cubicBezTo>
                  <a:pt x="252074" y="81255"/>
                  <a:pt x="246442" y="75622"/>
                  <a:pt x="239471" y="75622"/>
                </a:cubicBezTo>
                <a:close/>
              </a:path>
            </a:pathLst>
          </a:custGeom>
          <a:solidFill>
            <a:srgbClr val="585C45"/>
          </a:solidFill>
        </p:spPr>
      </p:sp>
      <p:sp>
        <p:nvSpPr>
          <p:cNvPr id="31" name="Text 29"/>
          <p:cNvSpPr/>
          <p:nvPr/>
        </p:nvSpPr>
        <p:spPr>
          <a:xfrm>
            <a:off x="6800408" y="2419915"/>
            <a:ext cx="1445227" cy="2016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b="1" dirty="0">
                <a:solidFill>
                  <a:srgbClr val="585C4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Google Gemini API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00408" y="2621574"/>
            <a:ext cx="1436824" cy="168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3A3A3A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Advanced NLP &amp; reasoning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46674" y="2991283"/>
            <a:ext cx="5335575" cy="588174"/>
          </a:xfrm>
          <a:custGeom>
            <a:avLst/>
            <a:gdLst/>
            <a:ahLst/>
            <a:cxnLst/>
            <a:rect l="l" t="t" r="r" b="b"/>
            <a:pathLst>
              <a:path w="5335575" h="588174">
                <a:moveTo>
                  <a:pt x="67222" y="0"/>
                </a:moveTo>
                <a:lnTo>
                  <a:pt x="5268353" y="0"/>
                </a:lnTo>
                <a:cubicBezTo>
                  <a:pt x="5305479" y="0"/>
                  <a:pt x="5335575" y="30096"/>
                  <a:pt x="5335575" y="67222"/>
                </a:cubicBezTo>
                <a:lnTo>
                  <a:pt x="5335575" y="520951"/>
                </a:lnTo>
                <a:cubicBezTo>
                  <a:pt x="5335575" y="558077"/>
                  <a:pt x="5305479" y="588174"/>
                  <a:pt x="5268353" y="588174"/>
                </a:cubicBezTo>
                <a:lnTo>
                  <a:pt x="67222" y="588174"/>
                </a:lnTo>
                <a:cubicBezTo>
                  <a:pt x="30121" y="588174"/>
                  <a:pt x="0" y="558052"/>
                  <a:pt x="0" y="520951"/>
                </a:cubicBezTo>
                <a:lnTo>
                  <a:pt x="0" y="67222"/>
                </a:lnTo>
                <a:cubicBezTo>
                  <a:pt x="0" y="30121"/>
                  <a:pt x="30121" y="0"/>
                  <a:pt x="67222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</p:spPr>
      </p:sp>
      <p:sp>
        <p:nvSpPr>
          <p:cNvPr id="34" name="Text 32"/>
          <p:cNvSpPr/>
          <p:nvPr/>
        </p:nvSpPr>
        <p:spPr>
          <a:xfrm>
            <a:off x="6447504" y="3092113"/>
            <a:ext cx="5192733" cy="3865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25" dirty="0">
                <a:solidFill>
                  <a:srgbClr val="3A3A3A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Processes user responses and generates personalized insights using state-of-the-art language models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36099" y="4587755"/>
            <a:ext cx="5671675" cy="2268670"/>
          </a:xfrm>
          <a:custGeom>
            <a:avLst/>
            <a:gdLst/>
            <a:ahLst/>
            <a:cxnLst/>
            <a:rect l="l" t="t" r="r" b="b"/>
            <a:pathLst>
              <a:path w="5671675" h="2268670">
                <a:moveTo>
                  <a:pt x="33610" y="0"/>
                </a:moveTo>
                <a:lnTo>
                  <a:pt x="5638065" y="0"/>
                </a:lnTo>
                <a:cubicBezTo>
                  <a:pt x="5656627" y="0"/>
                  <a:pt x="5671675" y="15048"/>
                  <a:pt x="5671675" y="33610"/>
                </a:cubicBezTo>
                <a:lnTo>
                  <a:pt x="5671675" y="2134229"/>
                </a:lnTo>
                <a:cubicBezTo>
                  <a:pt x="5671675" y="2208429"/>
                  <a:pt x="5611434" y="2268670"/>
                  <a:pt x="5537233" y="2268670"/>
                </a:cubicBezTo>
                <a:lnTo>
                  <a:pt x="134441" y="2268670"/>
                </a:lnTo>
                <a:cubicBezTo>
                  <a:pt x="60191" y="2268670"/>
                  <a:pt x="0" y="2208478"/>
                  <a:pt x="0" y="2134229"/>
                </a:cubicBez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26037" dist="840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36099" y="4587755"/>
            <a:ext cx="5671675" cy="33610"/>
          </a:xfrm>
          <a:custGeom>
            <a:avLst/>
            <a:gdLst/>
            <a:ahLst/>
            <a:cxnLst/>
            <a:rect l="l" t="t" r="r" b="b"/>
            <a:pathLst>
              <a:path w="5671675" h="33610">
                <a:moveTo>
                  <a:pt x="33610" y="0"/>
                </a:moveTo>
                <a:lnTo>
                  <a:pt x="5638065" y="0"/>
                </a:lnTo>
                <a:cubicBezTo>
                  <a:pt x="5656627" y="0"/>
                  <a:pt x="5671675" y="15048"/>
                  <a:pt x="5671675" y="33610"/>
                </a:cubicBezTo>
                <a:lnTo>
                  <a:pt x="5671675" y="33610"/>
                </a:lnTo>
                <a:lnTo>
                  <a:pt x="0" y="33610"/>
                </a:ln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585C45"/>
          </a:solidFill>
        </p:spPr>
      </p:sp>
      <p:sp>
        <p:nvSpPr>
          <p:cNvPr id="37" name="Shape 35"/>
          <p:cNvSpPr/>
          <p:nvPr/>
        </p:nvSpPr>
        <p:spPr>
          <a:xfrm>
            <a:off x="504149" y="4772609"/>
            <a:ext cx="537759" cy="537759"/>
          </a:xfrm>
          <a:custGeom>
            <a:avLst/>
            <a:gdLst/>
            <a:ahLst/>
            <a:cxnLst/>
            <a:rect l="l" t="t" r="r" b="b"/>
            <a:pathLst>
              <a:path w="537759" h="537759">
                <a:moveTo>
                  <a:pt x="100830" y="0"/>
                </a:moveTo>
                <a:lnTo>
                  <a:pt x="436929" y="0"/>
                </a:lnTo>
                <a:cubicBezTo>
                  <a:pt x="492616" y="0"/>
                  <a:pt x="537759" y="45143"/>
                  <a:pt x="537759" y="100830"/>
                </a:cubicBezTo>
                <a:lnTo>
                  <a:pt x="537759" y="436929"/>
                </a:lnTo>
                <a:cubicBezTo>
                  <a:pt x="537759" y="492616"/>
                  <a:pt x="492616" y="537759"/>
                  <a:pt x="436929" y="537759"/>
                </a:cubicBezTo>
                <a:lnTo>
                  <a:pt x="100830" y="537759"/>
                </a:lnTo>
                <a:cubicBezTo>
                  <a:pt x="45143" y="537759"/>
                  <a:pt x="0" y="492616"/>
                  <a:pt x="0" y="436929"/>
                </a:cubicBezTo>
                <a:lnTo>
                  <a:pt x="0" y="100830"/>
                </a:lnTo>
                <a:cubicBezTo>
                  <a:pt x="0" y="45180"/>
                  <a:pt x="45180" y="0"/>
                  <a:pt x="100830" y="0"/>
                </a:cubicBezTo>
                <a:close/>
              </a:path>
            </a:pathLst>
          </a:custGeom>
          <a:solidFill>
            <a:srgbClr val="585C45"/>
          </a:solidFill>
        </p:spPr>
      </p:sp>
      <p:sp>
        <p:nvSpPr>
          <p:cNvPr id="38" name="Shape 36"/>
          <p:cNvSpPr/>
          <p:nvPr/>
        </p:nvSpPr>
        <p:spPr>
          <a:xfrm>
            <a:off x="664846" y="4915451"/>
            <a:ext cx="220565" cy="252074"/>
          </a:xfrm>
          <a:custGeom>
            <a:avLst/>
            <a:gdLst/>
            <a:ahLst/>
            <a:cxnLst/>
            <a:rect l="l" t="t" r="r" b="b"/>
            <a:pathLst>
              <a:path w="220565" h="252074">
                <a:moveTo>
                  <a:pt x="31509" y="15755"/>
                </a:moveTo>
                <a:cubicBezTo>
                  <a:pt x="14130" y="15755"/>
                  <a:pt x="0" y="29885"/>
                  <a:pt x="0" y="47264"/>
                </a:cubicBezTo>
                <a:lnTo>
                  <a:pt x="0" y="78773"/>
                </a:lnTo>
                <a:cubicBezTo>
                  <a:pt x="0" y="96153"/>
                  <a:pt x="14130" y="110283"/>
                  <a:pt x="31509" y="110283"/>
                </a:cubicBezTo>
                <a:lnTo>
                  <a:pt x="189056" y="110283"/>
                </a:lnTo>
                <a:cubicBezTo>
                  <a:pt x="206435" y="110283"/>
                  <a:pt x="220565" y="96153"/>
                  <a:pt x="220565" y="78773"/>
                </a:cubicBezTo>
                <a:lnTo>
                  <a:pt x="220565" y="47264"/>
                </a:lnTo>
                <a:cubicBezTo>
                  <a:pt x="220565" y="29885"/>
                  <a:pt x="206435" y="15755"/>
                  <a:pt x="189056" y="15755"/>
                </a:cubicBezTo>
                <a:lnTo>
                  <a:pt x="31509" y="15755"/>
                </a:lnTo>
                <a:close/>
                <a:moveTo>
                  <a:pt x="137853" y="51203"/>
                </a:moveTo>
                <a:cubicBezTo>
                  <a:pt x="144375" y="51203"/>
                  <a:pt x="149669" y="56497"/>
                  <a:pt x="149669" y="63019"/>
                </a:cubicBezTo>
                <a:cubicBezTo>
                  <a:pt x="149669" y="69540"/>
                  <a:pt x="144375" y="74835"/>
                  <a:pt x="137853" y="74835"/>
                </a:cubicBezTo>
                <a:cubicBezTo>
                  <a:pt x="131332" y="74835"/>
                  <a:pt x="126037" y="69540"/>
                  <a:pt x="126037" y="63019"/>
                </a:cubicBezTo>
                <a:cubicBezTo>
                  <a:pt x="126037" y="56497"/>
                  <a:pt x="131332" y="51203"/>
                  <a:pt x="137853" y="51203"/>
                </a:cubicBezTo>
                <a:close/>
                <a:moveTo>
                  <a:pt x="165424" y="63019"/>
                </a:moveTo>
                <a:cubicBezTo>
                  <a:pt x="165424" y="56497"/>
                  <a:pt x="170718" y="51203"/>
                  <a:pt x="177240" y="51203"/>
                </a:cubicBezTo>
                <a:cubicBezTo>
                  <a:pt x="183761" y="51203"/>
                  <a:pt x="189056" y="56497"/>
                  <a:pt x="189056" y="63019"/>
                </a:cubicBezTo>
                <a:cubicBezTo>
                  <a:pt x="189056" y="69540"/>
                  <a:pt x="183761" y="74835"/>
                  <a:pt x="177240" y="74835"/>
                </a:cubicBezTo>
                <a:cubicBezTo>
                  <a:pt x="170718" y="74835"/>
                  <a:pt x="165424" y="69540"/>
                  <a:pt x="165424" y="63019"/>
                </a:cubicBezTo>
                <a:close/>
                <a:moveTo>
                  <a:pt x="31509" y="141792"/>
                </a:moveTo>
                <a:cubicBezTo>
                  <a:pt x="14130" y="141792"/>
                  <a:pt x="0" y="155922"/>
                  <a:pt x="0" y="173301"/>
                </a:cubicBezTo>
                <a:lnTo>
                  <a:pt x="0" y="204810"/>
                </a:lnTo>
                <a:cubicBezTo>
                  <a:pt x="0" y="222190"/>
                  <a:pt x="14130" y="236320"/>
                  <a:pt x="31509" y="236320"/>
                </a:cubicBezTo>
                <a:lnTo>
                  <a:pt x="189056" y="236320"/>
                </a:lnTo>
                <a:cubicBezTo>
                  <a:pt x="206435" y="236320"/>
                  <a:pt x="220565" y="222190"/>
                  <a:pt x="220565" y="204810"/>
                </a:cubicBezTo>
                <a:lnTo>
                  <a:pt x="220565" y="173301"/>
                </a:lnTo>
                <a:cubicBezTo>
                  <a:pt x="220565" y="155922"/>
                  <a:pt x="206435" y="141792"/>
                  <a:pt x="189056" y="141792"/>
                </a:cubicBezTo>
                <a:lnTo>
                  <a:pt x="31509" y="141792"/>
                </a:lnTo>
                <a:close/>
                <a:moveTo>
                  <a:pt x="137853" y="177240"/>
                </a:moveTo>
                <a:cubicBezTo>
                  <a:pt x="144375" y="177240"/>
                  <a:pt x="149669" y="182534"/>
                  <a:pt x="149669" y="189056"/>
                </a:cubicBezTo>
                <a:cubicBezTo>
                  <a:pt x="149669" y="195577"/>
                  <a:pt x="144375" y="200872"/>
                  <a:pt x="137853" y="200872"/>
                </a:cubicBezTo>
                <a:cubicBezTo>
                  <a:pt x="131332" y="200872"/>
                  <a:pt x="126037" y="195577"/>
                  <a:pt x="126037" y="189056"/>
                </a:cubicBezTo>
                <a:cubicBezTo>
                  <a:pt x="126037" y="182534"/>
                  <a:pt x="131332" y="177240"/>
                  <a:pt x="137853" y="177240"/>
                </a:cubicBezTo>
                <a:close/>
                <a:moveTo>
                  <a:pt x="165424" y="189056"/>
                </a:moveTo>
                <a:cubicBezTo>
                  <a:pt x="165424" y="182534"/>
                  <a:pt x="170718" y="177240"/>
                  <a:pt x="177240" y="177240"/>
                </a:cubicBezTo>
                <a:cubicBezTo>
                  <a:pt x="183761" y="177240"/>
                  <a:pt x="189056" y="182534"/>
                  <a:pt x="189056" y="189056"/>
                </a:cubicBezTo>
                <a:cubicBezTo>
                  <a:pt x="189056" y="195577"/>
                  <a:pt x="183761" y="200872"/>
                  <a:pt x="177240" y="200872"/>
                </a:cubicBezTo>
                <a:cubicBezTo>
                  <a:pt x="170718" y="200872"/>
                  <a:pt x="165424" y="195577"/>
                  <a:pt x="165424" y="189056"/>
                </a:cubicBezTo>
                <a:close/>
              </a:path>
            </a:pathLst>
          </a:custGeom>
          <a:solidFill>
            <a:srgbClr val="F8F6F2"/>
          </a:solidFill>
        </p:spPr>
      </p:sp>
      <p:sp>
        <p:nvSpPr>
          <p:cNvPr id="39" name="Text 37"/>
          <p:cNvSpPr/>
          <p:nvPr/>
        </p:nvSpPr>
        <p:spPr>
          <a:xfrm>
            <a:off x="1176347" y="4806219"/>
            <a:ext cx="949480" cy="2688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0" b="1" dirty="0">
                <a:solidFill>
                  <a:srgbClr val="585C45"/>
                </a:solidFill>
                <a:latin typeface="Unna" panose="02040503070705020203" pitchFamily="34" charset="0"/>
                <a:ea typeface="Unna" panose="02040503070705020203" pitchFamily="34" charset="-122"/>
                <a:cs typeface="Unna" panose="02040503070705020203" pitchFamily="34" charset="-120"/>
              </a:rPr>
              <a:t>Backend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76347" y="5075099"/>
            <a:ext cx="915870" cy="2016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585C4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Server &amp; Logic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04149" y="5444808"/>
            <a:ext cx="5335575" cy="571369"/>
          </a:xfrm>
          <a:custGeom>
            <a:avLst/>
            <a:gdLst/>
            <a:ahLst/>
            <a:cxnLst/>
            <a:rect l="l" t="t" r="r" b="b"/>
            <a:pathLst>
              <a:path w="5335575" h="571369">
                <a:moveTo>
                  <a:pt x="67222" y="0"/>
                </a:moveTo>
                <a:lnTo>
                  <a:pt x="5268354" y="0"/>
                </a:lnTo>
                <a:cubicBezTo>
                  <a:pt x="5305479" y="0"/>
                  <a:pt x="5335575" y="30096"/>
                  <a:pt x="5335575" y="67222"/>
                </a:cubicBezTo>
                <a:lnTo>
                  <a:pt x="5335575" y="504147"/>
                </a:lnTo>
                <a:cubicBezTo>
                  <a:pt x="5335575" y="541248"/>
                  <a:pt x="5305455" y="571369"/>
                  <a:pt x="5268354" y="571369"/>
                </a:cubicBezTo>
                <a:lnTo>
                  <a:pt x="67222" y="571369"/>
                </a:lnTo>
                <a:cubicBezTo>
                  <a:pt x="30096" y="571369"/>
                  <a:pt x="0" y="541273"/>
                  <a:pt x="0" y="504147"/>
                </a:cubicBezTo>
                <a:lnTo>
                  <a:pt x="0" y="67222"/>
                </a:lnTo>
                <a:cubicBezTo>
                  <a:pt x="0" y="30121"/>
                  <a:pt x="30121" y="0"/>
                  <a:pt x="67222" y="0"/>
                </a:cubicBezTo>
                <a:close/>
              </a:path>
            </a:pathLst>
          </a:custGeom>
          <a:solidFill>
            <a:srgbClr val="585C45">
              <a:alpha val="10196"/>
            </a:srgbClr>
          </a:solidFill>
        </p:spPr>
      </p:sp>
      <p:sp>
        <p:nvSpPr>
          <p:cNvPr id="42" name="Shape 40"/>
          <p:cNvSpPr/>
          <p:nvPr/>
        </p:nvSpPr>
        <p:spPr>
          <a:xfrm>
            <a:off x="642790" y="5629662"/>
            <a:ext cx="176452" cy="201660"/>
          </a:xfrm>
          <a:custGeom>
            <a:avLst/>
            <a:gdLst/>
            <a:ahLst/>
            <a:cxnLst/>
            <a:rect l="l" t="t" r="r" b="b"/>
            <a:pathLst>
              <a:path w="176452" h="201660">
                <a:moveTo>
                  <a:pt x="173222" y="78970"/>
                </a:moveTo>
                <a:cubicBezTo>
                  <a:pt x="170190" y="66800"/>
                  <a:pt x="164439" y="57623"/>
                  <a:pt x="152190" y="57623"/>
                </a:cubicBezTo>
                <a:lnTo>
                  <a:pt x="136396" y="57623"/>
                </a:lnTo>
                <a:lnTo>
                  <a:pt x="136396" y="76292"/>
                </a:lnTo>
                <a:cubicBezTo>
                  <a:pt x="136396" y="90786"/>
                  <a:pt x="124107" y="102996"/>
                  <a:pt x="110086" y="102996"/>
                </a:cubicBezTo>
                <a:lnTo>
                  <a:pt x="68021" y="102996"/>
                </a:lnTo>
                <a:cubicBezTo>
                  <a:pt x="56520" y="102996"/>
                  <a:pt x="46988" y="112843"/>
                  <a:pt x="46988" y="124383"/>
                </a:cubicBezTo>
                <a:lnTo>
                  <a:pt x="46988" y="164479"/>
                </a:lnTo>
                <a:cubicBezTo>
                  <a:pt x="46988" y="175901"/>
                  <a:pt x="56914" y="182596"/>
                  <a:pt x="68021" y="185866"/>
                </a:cubicBezTo>
                <a:cubicBezTo>
                  <a:pt x="81333" y="189765"/>
                  <a:pt x="94134" y="190474"/>
                  <a:pt x="110086" y="185866"/>
                </a:cubicBezTo>
                <a:cubicBezTo>
                  <a:pt x="120681" y="182793"/>
                  <a:pt x="131118" y="176610"/>
                  <a:pt x="131118" y="164479"/>
                </a:cubicBezTo>
                <a:lnTo>
                  <a:pt x="131118" y="148448"/>
                </a:lnTo>
                <a:lnTo>
                  <a:pt x="89093" y="148448"/>
                </a:lnTo>
                <a:lnTo>
                  <a:pt x="89093" y="143092"/>
                </a:lnTo>
                <a:lnTo>
                  <a:pt x="152190" y="143092"/>
                </a:lnTo>
                <a:cubicBezTo>
                  <a:pt x="164439" y="143092"/>
                  <a:pt x="168969" y="134545"/>
                  <a:pt x="173222" y="121744"/>
                </a:cubicBezTo>
                <a:cubicBezTo>
                  <a:pt x="177634" y="108550"/>
                  <a:pt x="177437" y="95867"/>
                  <a:pt x="173222" y="78970"/>
                </a:cubicBezTo>
                <a:close/>
                <a:moveTo>
                  <a:pt x="112725" y="175152"/>
                </a:moveTo>
                <a:cubicBezTo>
                  <a:pt x="109727" y="175363"/>
                  <a:pt x="106862" y="173883"/>
                  <a:pt x="105300" y="171316"/>
                </a:cubicBezTo>
                <a:cubicBezTo>
                  <a:pt x="103737" y="168749"/>
                  <a:pt x="103737" y="165525"/>
                  <a:pt x="105300" y="162958"/>
                </a:cubicBezTo>
                <a:cubicBezTo>
                  <a:pt x="106862" y="160392"/>
                  <a:pt x="109727" y="158912"/>
                  <a:pt x="112725" y="159122"/>
                </a:cubicBezTo>
                <a:cubicBezTo>
                  <a:pt x="115722" y="158912"/>
                  <a:pt x="118587" y="160392"/>
                  <a:pt x="120149" y="162958"/>
                </a:cubicBezTo>
                <a:cubicBezTo>
                  <a:pt x="121712" y="165525"/>
                  <a:pt x="121712" y="168749"/>
                  <a:pt x="120149" y="171316"/>
                </a:cubicBezTo>
                <a:cubicBezTo>
                  <a:pt x="118587" y="173883"/>
                  <a:pt x="115722" y="175363"/>
                  <a:pt x="112725" y="175152"/>
                </a:cubicBezTo>
                <a:close/>
                <a:moveTo>
                  <a:pt x="66091" y="97718"/>
                </a:moveTo>
                <a:lnTo>
                  <a:pt x="108156" y="97718"/>
                </a:lnTo>
                <a:cubicBezTo>
                  <a:pt x="119854" y="97718"/>
                  <a:pt x="129188" y="88069"/>
                  <a:pt x="129188" y="76331"/>
                </a:cubicBezTo>
                <a:lnTo>
                  <a:pt x="129188" y="36196"/>
                </a:lnTo>
                <a:cubicBezTo>
                  <a:pt x="129188" y="24774"/>
                  <a:pt x="119578" y="16227"/>
                  <a:pt x="108156" y="14297"/>
                </a:cubicBezTo>
                <a:cubicBezTo>
                  <a:pt x="94055" y="11974"/>
                  <a:pt x="78734" y="12092"/>
                  <a:pt x="66091" y="14337"/>
                </a:cubicBezTo>
                <a:cubicBezTo>
                  <a:pt x="48288" y="17488"/>
                  <a:pt x="45058" y="24065"/>
                  <a:pt x="45058" y="36236"/>
                </a:cubicBezTo>
                <a:lnTo>
                  <a:pt x="45058" y="52266"/>
                </a:lnTo>
                <a:lnTo>
                  <a:pt x="87163" y="52266"/>
                </a:lnTo>
                <a:lnTo>
                  <a:pt x="87163" y="57623"/>
                </a:lnTo>
                <a:lnTo>
                  <a:pt x="29264" y="57623"/>
                </a:lnTo>
                <a:cubicBezTo>
                  <a:pt x="17015" y="57623"/>
                  <a:pt x="6302" y="64988"/>
                  <a:pt x="2954" y="78970"/>
                </a:cubicBezTo>
                <a:cubicBezTo>
                  <a:pt x="-906" y="95001"/>
                  <a:pt x="-1063" y="105005"/>
                  <a:pt x="2954" y="121744"/>
                </a:cubicBezTo>
                <a:cubicBezTo>
                  <a:pt x="5947" y="134190"/>
                  <a:pt x="13076" y="143092"/>
                  <a:pt x="25326" y="143092"/>
                </a:cubicBezTo>
                <a:lnTo>
                  <a:pt x="39780" y="143092"/>
                </a:lnTo>
                <a:lnTo>
                  <a:pt x="39780" y="123871"/>
                </a:lnTo>
                <a:cubicBezTo>
                  <a:pt x="39780" y="109967"/>
                  <a:pt x="51793" y="97718"/>
                  <a:pt x="66091" y="97718"/>
                </a:cubicBezTo>
                <a:close/>
                <a:moveTo>
                  <a:pt x="63491" y="25483"/>
                </a:moveTo>
                <a:cubicBezTo>
                  <a:pt x="67926" y="25483"/>
                  <a:pt x="71526" y="29083"/>
                  <a:pt x="71526" y="33518"/>
                </a:cubicBezTo>
                <a:cubicBezTo>
                  <a:pt x="71526" y="37953"/>
                  <a:pt x="67926" y="41553"/>
                  <a:pt x="63491" y="41553"/>
                </a:cubicBezTo>
                <a:cubicBezTo>
                  <a:pt x="59057" y="41553"/>
                  <a:pt x="55456" y="37953"/>
                  <a:pt x="55456" y="33518"/>
                </a:cubicBezTo>
                <a:cubicBezTo>
                  <a:pt x="55456" y="29083"/>
                  <a:pt x="59057" y="25483"/>
                  <a:pt x="63491" y="25483"/>
                </a:cubicBezTo>
                <a:close/>
              </a:path>
            </a:pathLst>
          </a:custGeom>
          <a:solidFill>
            <a:srgbClr val="585C45"/>
          </a:solidFill>
        </p:spPr>
      </p:sp>
      <p:sp>
        <p:nvSpPr>
          <p:cNvPr id="43" name="Text 41"/>
          <p:cNvSpPr/>
          <p:nvPr/>
        </p:nvSpPr>
        <p:spPr>
          <a:xfrm>
            <a:off x="957883" y="5545637"/>
            <a:ext cx="1260372" cy="2016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b="1" dirty="0">
                <a:solidFill>
                  <a:srgbClr val="585C4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Python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57883" y="5747297"/>
            <a:ext cx="1251970" cy="168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3A3A3A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Core backend language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04149" y="6117006"/>
            <a:ext cx="5335575" cy="571369"/>
          </a:xfrm>
          <a:custGeom>
            <a:avLst/>
            <a:gdLst/>
            <a:ahLst/>
            <a:cxnLst/>
            <a:rect l="l" t="t" r="r" b="b"/>
            <a:pathLst>
              <a:path w="5335575" h="571369">
                <a:moveTo>
                  <a:pt x="67222" y="0"/>
                </a:moveTo>
                <a:lnTo>
                  <a:pt x="5268354" y="0"/>
                </a:lnTo>
                <a:cubicBezTo>
                  <a:pt x="5305479" y="0"/>
                  <a:pt x="5335575" y="30096"/>
                  <a:pt x="5335575" y="67222"/>
                </a:cubicBezTo>
                <a:lnTo>
                  <a:pt x="5335575" y="504147"/>
                </a:lnTo>
                <a:cubicBezTo>
                  <a:pt x="5335575" y="541248"/>
                  <a:pt x="5305455" y="571369"/>
                  <a:pt x="5268354" y="571369"/>
                </a:cubicBezTo>
                <a:lnTo>
                  <a:pt x="67222" y="571369"/>
                </a:lnTo>
                <a:cubicBezTo>
                  <a:pt x="30096" y="571369"/>
                  <a:pt x="0" y="541273"/>
                  <a:pt x="0" y="504147"/>
                </a:cubicBezTo>
                <a:lnTo>
                  <a:pt x="0" y="67222"/>
                </a:lnTo>
                <a:cubicBezTo>
                  <a:pt x="0" y="30121"/>
                  <a:pt x="30121" y="0"/>
                  <a:pt x="67222" y="0"/>
                </a:cubicBezTo>
                <a:close/>
              </a:path>
            </a:pathLst>
          </a:custGeom>
          <a:solidFill>
            <a:srgbClr val="585C45">
              <a:alpha val="10196"/>
            </a:srgbClr>
          </a:solidFill>
        </p:spPr>
      </p:sp>
      <p:sp>
        <p:nvSpPr>
          <p:cNvPr id="46" name="Shape 44"/>
          <p:cNvSpPr/>
          <p:nvPr/>
        </p:nvSpPr>
        <p:spPr>
          <a:xfrm>
            <a:off x="630186" y="6301861"/>
            <a:ext cx="201660" cy="201660"/>
          </a:xfrm>
          <a:custGeom>
            <a:avLst/>
            <a:gdLst/>
            <a:ahLst/>
            <a:cxnLst/>
            <a:rect l="l" t="t" r="r" b="b"/>
            <a:pathLst>
              <a:path w="201660" h="201660">
                <a:moveTo>
                  <a:pt x="0" y="37811"/>
                </a:moveTo>
                <a:cubicBezTo>
                  <a:pt x="0" y="30840"/>
                  <a:pt x="5632" y="25207"/>
                  <a:pt x="12604" y="25207"/>
                </a:cubicBezTo>
                <a:lnTo>
                  <a:pt x="163848" y="25207"/>
                </a:lnTo>
                <a:cubicBezTo>
                  <a:pt x="170820" y="25207"/>
                  <a:pt x="176452" y="30840"/>
                  <a:pt x="176452" y="37811"/>
                </a:cubicBezTo>
                <a:cubicBezTo>
                  <a:pt x="176452" y="44783"/>
                  <a:pt x="170820" y="50415"/>
                  <a:pt x="163848" y="50415"/>
                </a:cubicBezTo>
                <a:lnTo>
                  <a:pt x="12604" y="50415"/>
                </a:lnTo>
                <a:cubicBezTo>
                  <a:pt x="5632" y="50415"/>
                  <a:pt x="0" y="44783"/>
                  <a:pt x="0" y="37811"/>
                </a:cubicBezTo>
                <a:close/>
                <a:moveTo>
                  <a:pt x="25207" y="100830"/>
                </a:moveTo>
                <a:cubicBezTo>
                  <a:pt x="25207" y="93858"/>
                  <a:pt x="30840" y="88226"/>
                  <a:pt x="37811" y="88226"/>
                </a:cubicBezTo>
                <a:lnTo>
                  <a:pt x="189056" y="88226"/>
                </a:lnTo>
                <a:cubicBezTo>
                  <a:pt x="196027" y="88226"/>
                  <a:pt x="201660" y="93858"/>
                  <a:pt x="201660" y="100830"/>
                </a:cubicBezTo>
                <a:cubicBezTo>
                  <a:pt x="201660" y="107801"/>
                  <a:pt x="196027" y="113433"/>
                  <a:pt x="189056" y="113433"/>
                </a:cubicBezTo>
                <a:lnTo>
                  <a:pt x="37811" y="113433"/>
                </a:lnTo>
                <a:cubicBezTo>
                  <a:pt x="30840" y="113433"/>
                  <a:pt x="25207" y="107801"/>
                  <a:pt x="25207" y="100830"/>
                </a:cubicBezTo>
                <a:close/>
                <a:moveTo>
                  <a:pt x="176452" y="163848"/>
                </a:moveTo>
                <a:cubicBezTo>
                  <a:pt x="176452" y="170820"/>
                  <a:pt x="170820" y="176452"/>
                  <a:pt x="163848" y="176452"/>
                </a:cubicBezTo>
                <a:lnTo>
                  <a:pt x="12604" y="176452"/>
                </a:lnTo>
                <a:cubicBezTo>
                  <a:pt x="5632" y="176452"/>
                  <a:pt x="0" y="170820"/>
                  <a:pt x="0" y="163848"/>
                </a:cubicBezTo>
                <a:cubicBezTo>
                  <a:pt x="0" y="156877"/>
                  <a:pt x="5632" y="151245"/>
                  <a:pt x="12604" y="151245"/>
                </a:cubicBezTo>
                <a:lnTo>
                  <a:pt x="163848" y="151245"/>
                </a:lnTo>
                <a:cubicBezTo>
                  <a:pt x="170820" y="151245"/>
                  <a:pt x="176452" y="156877"/>
                  <a:pt x="176452" y="163848"/>
                </a:cubicBezTo>
                <a:close/>
              </a:path>
            </a:pathLst>
          </a:custGeom>
          <a:solidFill>
            <a:srgbClr val="585C45"/>
          </a:solidFill>
        </p:spPr>
      </p:sp>
      <p:sp>
        <p:nvSpPr>
          <p:cNvPr id="47" name="Text 45"/>
          <p:cNvSpPr/>
          <p:nvPr/>
        </p:nvSpPr>
        <p:spPr>
          <a:xfrm>
            <a:off x="957883" y="6217836"/>
            <a:ext cx="1134335" cy="2016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b="1" dirty="0">
                <a:solidFill>
                  <a:srgbClr val="585C4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Streamlit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57883" y="6419496"/>
            <a:ext cx="1125932" cy="168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3A3A3A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Web app framework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78625" y="4587755"/>
            <a:ext cx="5671675" cy="2268670"/>
          </a:xfrm>
          <a:custGeom>
            <a:avLst/>
            <a:gdLst/>
            <a:ahLst/>
            <a:cxnLst/>
            <a:rect l="l" t="t" r="r" b="b"/>
            <a:pathLst>
              <a:path w="5671675" h="2268670">
                <a:moveTo>
                  <a:pt x="33610" y="0"/>
                </a:moveTo>
                <a:lnTo>
                  <a:pt x="5638065" y="0"/>
                </a:lnTo>
                <a:cubicBezTo>
                  <a:pt x="5656627" y="0"/>
                  <a:pt x="5671675" y="15048"/>
                  <a:pt x="5671675" y="33610"/>
                </a:cubicBezTo>
                <a:lnTo>
                  <a:pt x="5671675" y="2134229"/>
                </a:lnTo>
                <a:cubicBezTo>
                  <a:pt x="5671675" y="2208429"/>
                  <a:pt x="5611434" y="2268670"/>
                  <a:pt x="5537233" y="2268670"/>
                </a:cubicBezTo>
                <a:lnTo>
                  <a:pt x="134441" y="2268670"/>
                </a:lnTo>
                <a:cubicBezTo>
                  <a:pt x="60191" y="2268670"/>
                  <a:pt x="0" y="2208478"/>
                  <a:pt x="0" y="2134229"/>
                </a:cubicBez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26037" dist="840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178625" y="4587755"/>
            <a:ext cx="5671675" cy="33610"/>
          </a:xfrm>
          <a:custGeom>
            <a:avLst/>
            <a:gdLst/>
            <a:ahLst/>
            <a:cxnLst/>
            <a:rect l="l" t="t" r="r" b="b"/>
            <a:pathLst>
              <a:path w="5671675" h="33610">
                <a:moveTo>
                  <a:pt x="33610" y="0"/>
                </a:moveTo>
                <a:lnTo>
                  <a:pt x="5638065" y="0"/>
                </a:lnTo>
                <a:cubicBezTo>
                  <a:pt x="5656627" y="0"/>
                  <a:pt x="5671675" y="15048"/>
                  <a:pt x="5671675" y="33610"/>
                </a:cubicBezTo>
                <a:lnTo>
                  <a:pt x="5671675" y="33610"/>
                </a:lnTo>
                <a:lnTo>
                  <a:pt x="0" y="33610"/>
                </a:ln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A3B18A"/>
          </a:solidFill>
        </p:spPr>
      </p:sp>
      <p:sp>
        <p:nvSpPr>
          <p:cNvPr id="51" name="Shape 49"/>
          <p:cNvSpPr/>
          <p:nvPr/>
        </p:nvSpPr>
        <p:spPr>
          <a:xfrm>
            <a:off x="6346674" y="4772609"/>
            <a:ext cx="537759" cy="537759"/>
          </a:xfrm>
          <a:custGeom>
            <a:avLst/>
            <a:gdLst/>
            <a:ahLst/>
            <a:cxnLst/>
            <a:rect l="l" t="t" r="r" b="b"/>
            <a:pathLst>
              <a:path w="537759" h="537759">
                <a:moveTo>
                  <a:pt x="100830" y="0"/>
                </a:moveTo>
                <a:lnTo>
                  <a:pt x="436929" y="0"/>
                </a:lnTo>
                <a:cubicBezTo>
                  <a:pt x="492616" y="0"/>
                  <a:pt x="537759" y="45143"/>
                  <a:pt x="537759" y="100830"/>
                </a:cubicBezTo>
                <a:lnTo>
                  <a:pt x="537759" y="436929"/>
                </a:lnTo>
                <a:cubicBezTo>
                  <a:pt x="537759" y="492616"/>
                  <a:pt x="492616" y="537759"/>
                  <a:pt x="436929" y="537759"/>
                </a:cubicBezTo>
                <a:lnTo>
                  <a:pt x="100830" y="537759"/>
                </a:lnTo>
                <a:cubicBezTo>
                  <a:pt x="45143" y="537759"/>
                  <a:pt x="0" y="492616"/>
                  <a:pt x="0" y="436929"/>
                </a:cubicBezTo>
                <a:lnTo>
                  <a:pt x="0" y="100830"/>
                </a:lnTo>
                <a:cubicBezTo>
                  <a:pt x="0" y="45180"/>
                  <a:pt x="45180" y="0"/>
                  <a:pt x="100830" y="0"/>
                </a:cubicBezTo>
                <a:close/>
              </a:path>
            </a:pathLst>
          </a:custGeom>
          <a:solidFill>
            <a:srgbClr val="A3B18A"/>
          </a:solidFill>
        </p:spPr>
      </p:sp>
      <p:sp>
        <p:nvSpPr>
          <p:cNvPr id="52" name="Shape 50"/>
          <p:cNvSpPr/>
          <p:nvPr/>
        </p:nvSpPr>
        <p:spPr>
          <a:xfrm>
            <a:off x="6475863" y="4915451"/>
            <a:ext cx="283584" cy="252074"/>
          </a:xfrm>
          <a:custGeom>
            <a:avLst/>
            <a:gdLst/>
            <a:ahLst/>
            <a:cxnLst/>
            <a:rect l="l" t="t" r="r" b="b"/>
            <a:pathLst>
              <a:path w="283584" h="252074">
                <a:moveTo>
                  <a:pt x="0" y="165424"/>
                </a:moveTo>
                <a:cubicBezTo>
                  <a:pt x="0" y="204564"/>
                  <a:pt x="31755" y="236320"/>
                  <a:pt x="70896" y="236320"/>
                </a:cubicBezTo>
                <a:lnTo>
                  <a:pt x="220565" y="236320"/>
                </a:lnTo>
                <a:cubicBezTo>
                  <a:pt x="255373" y="236320"/>
                  <a:pt x="283584" y="208109"/>
                  <a:pt x="283584" y="173301"/>
                </a:cubicBezTo>
                <a:cubicBezTo>
                  <a:pt x="283584" y="147897"/>
                  <a:pt x="268568" y="125988"/>
                  <a:pt x="246905" y="116043"/>
                </a:cubicBezTo>
                <a:cubicBezTo>
                  <a:pt x="250204" y="109593"/>
                  <a:pt x="252074" y="102258"/>
                  <a:pt x="252074" y="94528"/>
                </a:cubicBezTo>
                <a:cubicBezTo>
                  <a:pt x="252074" y="68434"/>
                  <a:pt x="230904" y="47264"/>
                  <a:pt x="204810" y="47264"/>
                </a:cubicBezTo>
                <a:cubicBezTo>
                  <a:pt x="196096" y="47264"/>
                  <a:pt x="187973" y="49627"/>
                  <a:pt x="180982" y="53714"/>
                </a:cubicBezTo>
                <a:cubicBezTo>
                  <a:pt x="169116" y="31165"/>
                  <a:pt x="145435" y="15755"/>
                  <a:pt x="118160" y="15755"/>
                </a:cubicBezTo>
                <a:cubicBezTo>
                  <a:pt x="79019" y="15755"/>
                  <a:pt x="47264" y="47510"/>
                  <a:pt x="47264" y="86651"/>
                </a:cubicBezTo>
                <a:cubicBezTo>
                  <a:pt x="47264" y="90589"/>
                  <a:pt x="47609" y="94479"/>
                  <a:pt x="48199" y="98220"/>
                </a:cubicBezTo>
                <a:cubicBezTo>
                  <a:pt x="20186" y="107673"/>
                  <a:pt x="0" y="134210"/>
                  <a:pt x="0" y="165424"/>
                </a:cubicBezTo>
                <a:close/>
              </a:path>
            </a:pathLst>
          </a:custGeom>
          <a:solidFill>
            <a:srgbClr val="F8F6F2"/>
          </a:solidFill>
        </p:spPr>
      </p:sp>
      <p:sp>
        <p:nvSpPr>
          <p:cNvPr id="53" name="Text 51"/>
          <p:cNvSpPr/>
          <p:nvPr/>
        </p:nvSpPr>
        <p:spPr>
          <a:xfrm>
            <a:off x="7018873" y="4806219"/>
            <a:ext cx="823443" cy="2688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0" b="1" dirty="0">
                <a:solidFill>
                  <a:srgbClr val="585C45"/>
                </a:solidFill>
                <a:latin typeface="Unna" panose="02040503070705020203" pitchFamily="34" charset="0"/>
                <a:ea typeface="Unna" panose="02040503070705020203" pitchFamily="34" charset="-122"/>
                <a:cs typeface="Unna" panose="02040503070705020203" pitchFamily="34" charset="-120"/>
              </a:rPr>
              <a:t>Hosting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018873" y="5075099"/>
            <a:ext cx="789833" cy="2016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A3B1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46674" y="5444808"/>
            <a:ext cx="5335575" cy="571369"/>
          </a:xfrm>
          <a:custGeom>
            <a:avLst/>
            <a:gdLst/>
            <a:ahLst/>
            <a:cxnLst/>
            <a:rect l="l" t="t" r="r" b="b"/>
            <a:pathLst>
              <a:path w="5335575" h="571369">
                <a:moveTo>
                  <a:pt x="67222" y="0"/>
                </a:moveTo>
                <a:lnTo>
                  <a:pt x="5268354" y="0"/>
                </a:lnTo>
                <a:cubicBezTo>
                  <a:pt x="5305479" y="0"/>
                  <a:pt x="5335575" y="30096"/>
                  <a:pt x="5335575" y="67222"/>
                </a:cubicBezTo>
                <a:lnTo>
                  <a:pt x="5335575" y="504147"/>
                </a:lnTo>
                <a:cubicBezTo>
                  <a:pt x="5335575" y="541248"/>
                  <a:pt x="5305455" y="571369"/>
                  <a:pt x="5268354" y="571369"/>
                </a:cubicBezTo>
                <a:lnTo>
                  <a:pt x="67222" y="571369"/>
                </a:lnTo>
                <a:cubicBezTo>
                  <a:pt x="30096" y="571369"/>
                  <a:pt x="0" y="541273"/>
                  <a:pt x="0" y="504147"/>
                </a:cubicBezTo>
                <a:lnTo>
                  <a:pt x="0" y="67222"/>
                </a:lnTo>
                <a:cubicBezTo>
                  <a:pt x="0" y="30121"/>
                  <a:pt x="30121" y="0"/>
                  <a:pt x="67222" y="0"/>
                </a:cubicBezTo>
                <a:close/>
              </a:path>
            </a:pathLst>
          </a:custGeom>
          <a:solidFill>
            <a:srgbClr val="A3B18A">
              <a:alpha val="10196"/>
            </a:srgbClr>
          </a:solidFill>
        </p:spPr>
      </p:sp>
      <p:sp>
        <p:nvSpPr>
          <p:cNvPr id="56" name="Shape 54"/>
          <p:cNvSpPr/>
          <p:nvPr/>
        </p:nvSpPr>
        <p:spPr>
          <a:xfrm>
            <a:off x="6472712" y="5629662"/>
            <a:ext cx="201660" cy="201660"/>
          </a:xfrm>
          <a:custGeom>
            <a:avLst/>
            <a:gdLst/>
            <a:ahLst/>
            <a:cxnLst/>
            <a:rect l="l" t="t" r="r" b="b"/>
            <a:pathLst>
              <a:path w="201660" h="201660">
                <a:moveTo>
                  <a:pt x="68493" y="156522"/>
                </a:moveTo>
                <a:cubicBezTo>
                  <a:pt x="68493" y="157310"/>
                  <a:pt x="67587" y="157940"/>
                  <a:pt x="66445" y="157940"/>
                </a:cubicBezTo>
                <a:cubicBezTo>
                  <a:pt x="65145" y="158059"/>
                  <a:pt x="64240" y="157428"/>
                  <a:pt x="64240" y="156522"/>
                </a:cubicBezTo>
                <a:cubicBezTo>
                  <a:pt x="64240" y="155735"/>
                  <a:pt x="65145" y="155105"/>
                  <a:pt x="66288" y="155105"/>
                </a:cubicBezTo>
                <a:cubicBezTo>
                  <a:pt x="67469" y="154986"/>
                  <a:pt x="68493" y="155617"/>
                  <a:pt x="68493" y="156522"/>
                </a:cubicBezTo>
                <a:close/>
                <a:moveTo>
                  <a:pt x="56244" y="154750"/>
                </a:moveTo>
                <a:cubicBezTo>
                  <a:pt x="55968" y="155538"/>
                  <a:pt x="56756" y="156444"/>
                  <a:pt x="57938" y="156680"/>
                </a:cubicBezTo>
                <a:cubicBezTo>
                  <a:pt x="58962" y="157074"/>
                  <a:pt x="60143" y="156680"/>
                  <a:pt x="60380" y="155892"/>
                </a:cubicBezTo>
                <a:cubicBezTo>
                  <a:pt x="60616" y="155105"/>
                  <a:pt x="59868" y="154199"/>
                  <a:pt x="58686" y="153844"/>
                </a:cubicBezTo>
                <a:cubicBezTo>
                  <a:pt x="57662" y="153568"/>
                  <a:pt x="56520" y="153962"/>
                  <a:pt x="56244" y="154750"/>
                </a:cubicBezTo>
                <a:close/>
                <a:moveTo>
                  <a:pt x="73653" y="154080"/>
                </a:moveTo>
                <a:cubicBezTo>
                  <a:pt x="72511" y="154356"/>
                  <a:pt x="71723" y="155105"/>
                  <a:pt x="71841" y="156010"/>
                </a:cubicBezTo>
                <a:cubicBezTo>
                  <a:pt x="71959" y="156798"/>
                  <a:pt x="72983" y="157310"/>
                  <a:pt x="74165" y="157034"/>
                </a:cubicBezTo>
                <a:cubicBezTo>
                  <a:pt x="75307" y="156759"/>
                  <a:pt x="76095" y="156010"/>
                  <a:pt x="75977" y="155223"/>
                </a:cubicBezTo>
                <a:cubicBezTo>
                  <a:pt x="75859" y="154474"/>
                  <a:pt x="74795" y="153962"/>
                  <a:pt x="73653" y="154080"/>
                </a:cubicBezTo>
                <a:close/>
                <a:moveTo>
                  <a:pt x="99569" y="3151"/>
                </a:moveTo>
                <a:cubicBezTo>
                  <a:pt x="44940" y="3151"/>
                  <a:pt x="3151" y="44625"/>
                  <a:pt x="3151" y="99254"/>
                </a:cubicBezTo>
                <a:cubicBezTo>
                  <a:pt x="3151" y="142934"/>
                  <a:pt x="30643" y="180312"/>
                  <a:pt x="69911" y="193467"/>
                </a:cubicBezTo>
                <a:cubicBezTo>
                  <a:pt x="74953" y="194373"/>
                  <a:pt x="76725" y="191261"/>
                  <a:pt x="76725" y="188701"/>
                </a:cubicBezTo>
                <a:cubicBezTo>
                  <a:pt x="76725" y="186259"/>
                  <a:pt x="76607" y="172789"/>
                  <a:pt x="76607" y="164518"/>
                </a:cubicBezTo>
                <a:cubicBezTo>
                  <a:pt x="76607" y="164518"/>
                  <a:pt x="49036" y="170426"/>
                  <a:pt x="43247" y="152781"/>
                </a:cubicBezTo>
                <a:cubicBezTo>
                  <a:pt x="43247" y="152781"/>
                  <a:pt x="38756" y="141319"/>
                  <a:pt x="32297" y="138365"/>
                </a:cubicBezTo>
                <a:cubicBezTo>
                  <a:pt x="32297" y="138365"/>
                  <a:pt x="23277" y="132182"/>
                  <a:pt x="32927" y="132300"/>
                </a:cubicBezTo>
                <a:cubicBezTo>
                  <a:pt x="32927" y="132300"/>
                  <a:pt x="42734" y="133087"/>
                  <a:pt x="48130" y="142461"/>
                </a:cubicBezTo>
                <a:cubicBezTo>
                  <a:pt x="56756" y="157665"/>
                  <a:pt x="71211" y="153293"/>
                  <a:pt x="76843" y="150693"/>
                </a:cubicBezTo>
                <a:cubicBezTo>
                  <a:pt x="77749" y="144391"/>
                  <a:pt x="80309" y="140019"/>
                  <a:pt x="83145" y="137420"/>
                </a:cubicBezTo>
                <a:cubicBezTo>
                  <a:pt x="61128" y="134978"/>
                  <a:pt x="38914" y="131788"/>
                  <a:pt x="38914" y="93898"/>
                </a:cubicBezTo>
                <a:cubicBezTo>
                  <a:pt x="38914" y="83066"/>
                  <a:pt x="41907" y="77631"/>
                  <a:pt x="48209" y="70699"/>
                </a:cubicBezTo>
                <a:cubicBezTo>
                  <a:pt x="47185" y="68139"/>
                  <a:pt x="43837" y="57583"/>
                  <a:pt x="49233" y="43955"/>
                </a:cubicBezTo>
                <a:cubicBezTo>
                  <a:pt x="57465" y="41395"/>
                  <a:pt x="76410" y="54590"/>
                  <a:pt x="76410" y="54590"/>
                </a:cubicBezTo>
                <a:cubicBezTo>
                  <a:pt x="84287" y="52384"/>
                  <a:pt x="92756" y="51242"/>
                  <a:pt x="101145" y="51242"/>
                </a:cubicBezTo>
                <a:cubicBezTo>
                  <a:pt x="109534" y="51242"/>
                  <a:pt x="118002" y="52384"/>
                  <a:pt x="125880" y="54590"/>
                </a:cubicBezTo>
                <a:cubicBezTo>
                  <a:pt x="125880" y="54590"/>
                  <a:pt x="144825" y="41356"/>
                  <a:pt x="153056" y="43955"/>
                </a:cubicBezTo>
                <a:cubicBezTo>
                  <a:pt x="158452" y="57623"/>
                  <a:pt x="155105" y="68139"/>
                  <a:pt x="154080" y="70699"/>
                </a:cubicBezTo>
                <a:cubicBezTo>
                  <a:pt x="160382" y="77670"/>
                  <a:pt x="164242" y="83106"/>
                  <a:pt x="164242" y="93898"/>
                </a:cubicBezTo>
                <a:cubicBezTo>
                  <a:pt x="164242" y="131906"/>
                  <a:pt x="141044" y="134939"/>
                  <a:pt x="119026" y="137420"/>
                </a:cubicBezTo>
                <a:cubicBezTo>
                  <a:pt x="122650" y="140531"/>
                  <a:pt x="125722" y="146439"/>
                  <a:pt x="125722" y="155695"/>
                </a:cubicBezTo>
                <a:cubicBezTo>
                  <a:pt x="125722" y="168969"/>
                  <a:pt x="125604" y="185393"/>
                  <a:pt x="125604" y="188623"/>
                </a:cubicBezTo>
                <a:cubicBezTo>
                  <a:pt x="125604" y="191183"/>
                  <a:pt x="127416" y="194294"/>
                  <a:pt x="132418" y="193388"/>
                </a:cubicBezTo>
                <a:cubicBezTo>
                  <a:pt x="171804" y="180312"/>
                  <a:pt x="198509" y="142934"/>
                  <a:pt x="198509" y="99254"/>
                </a:cubicBezTo>
                <a:cubicBezTo>
                  <a:pt x="198509" y="44625"/>
                  <a:pt x="154199" y="3151"/>
                  <a:pt x="99569" y="3151"/>
                </a:cubicBezTo>
                <a:close/>
                <a:moveTo>
                  <a:pt x="41435" y="138995"/>
                </a:moveTo>
                <a:cubicBezTo>
                  <a:pt x="40923" y="139389"/>
                  <a:pt x="41041" y="140295"/>
                  <a:pt x="41710" y="141044"/>
                </a:cubicBezTo>
                <a:cubicBezTo>
                  <a:pt x="42341" y="141674"/>
                  <a:pt x="43247" y="141949"/>
                  <a:pt x="43759" y="141437"/>
                </a:cubicBezTo>
                <a:cubicBezTo>
                  <a:pt x="44271" y="141044"/>
                  <a:pt x="44152" y="140138"/>
                  <a:pt x="43483" y="139389"/>
                </a:cubicBezTo>
                <a:cubicBezTo>
                  <a:pt x="42853" y="138759"/>
                  <a:pt x="41947" y="138483"/>
                  <a:pt x="41435" y="138995"/>
                </a:cubicBezTo>
                <a:close/>
                <a:moveTo>
                  <a:pt x="37181" y="135805"/>
                </a:moveTo>
                <a:cubicBezTo>
                  <a:pt x="36905" y="136317"/>
                  <a:pt x="37299" y="136947"/>
                  <a:pt x="38087" y="137341"/>
                </a:cubicBezTo>
                <a:cubicBezTo>
                  <a:pt x="38717" y="137735"/>
                  <a:pt x="39505" y="137617"/>
                  <a:pt x="39780" y="137065"/>
                </a:cubicBezTo>
                <a:cubicBezTo>
                  <a:pt x="40056" y="136553"/>
                  <a:pt x="39662" y="135923"/>
                  <a:pt x="38875" y="135529"/>
                </a:cubicBezTo>
                <a:cubicBezTo>
                  <a:pt x="38087" y="135293"/>
                  <a:pt x="37457" y="135411"/>
                  <a:pt x="37181" y="135805"/>
                </a:cubicBezTo>
                <a:close/>
                <a:moveTo>
                  <a:pt x="49942" y="149827"/>
                </a:moveTo>
                <a:cubicBezTo>
                  <a:pt x="49312" y="150339"/>
                  <a:pt x="49548" y="151520"/>
                  <a:pt x="50454" y="152269"/>
                </a:cubicBezTo>
                <a:cubicBezTo>
                  <a:pt x="51360" y="153175"/>
                  <a:pt x="52502" y="153293"/>
                  <a:pt x="53014" y="152663"/>
                </a:cubicBezTo>
                <a:cubicBezTo>
                  <a:pt x="53526" y="152151"/>
                  <a:pt x="53290" y="150969"/>
                  <a:pt x="52502" y="150221"/>
                </a:cubicBezTo>
                <a:cubicBezTo>
                  <a:pt x="51636" y="149315"/>
                  <a:pt x="50454" y="149197"/>
                  <a:pt x="49942" y="149827"/>
                </a:cubicBezTo>
                <a:close/>
                <a:moveTo>
                  <a:pt x="45452" y="144037"/>
                </a:moveTo>
                <a:cubicBezTo>
                  <a:pt x="44822" y="144431"/>
                  <a:pt x="44822" y="145455"/>
                  <a:pt x="45452" y="146361"/>
                </a:cubicBezTo>
                <a:cubicBezTo>
                  <a:pt x="46082" y="147267"/>
                  <a:pt x="47146" y="147660"/>
                  <a:pt x="47658" y="147267"/>
                </a:cubicBezTo>
                <a:cubicBezTo>
                  <a:pt x="48288" y="146755"/>
                  <a:pt x="48288" y="145731"/>
                  <a:pt x="47658" y="144825"/>
                </a:cubicBezTo>
                <a:cubicBezTo>
                  <a:pt x="47106" y="143919"/>
                  <a:pt x="46082" y="143525"/>
                  <a:pt x="45452" y="144037"/>
                </a:cubicBezTo>
                <a:close/>
              </a:path>
            </a:pathLst>
          </a:custGeom>
          <a:solidFill>
            <a:srgbClr val="585C45"/>
          </a:solidFill>
        </p:spPr>
      </p:sp>
      <p:sp>
        <p:nvSpPr>
          <p:cNvPr id="57" name="Text 55"/>
          <p:cNvSpPr/>
          <p:nvPr/>
        </p:nvSpPr>
        <p:spPr>
          <a:xfrm>
            <a:off x="6800408" y="5545637"/>
            <a:ext cx="1117530" cy="2016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b="1" dirty="0">
                <a:solidFill>
                  <a:srgbClr val="585C4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GitHub Pages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800408" y="5747297"/>
            <a:ext cx="1109127" cy="168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3A3A3A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Free, reliable hosting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46674" y="6117006"/>
            <a:ext cx="5335575" cy="394917"/>
          </a:xfrm>
          <a:custGeom>
            <a:avLst/>
            <a:gdLst/>
            <a:ahLst/>
            <a:cxnLst/>
            <a:rect l="l" t="t" r="r" b="b"/>
            <a:pathLst>
              <a:path w="5335575" h="394917">
                <a:moveTo>
                  <a:pt x="67219" y="0"/>
                </a:moveTo>
                <a:lnTo>
                  <a:pt x="5268357" y="0"/>
                </a:lnTo>
                <a:cubicBezTo>
                  <a:pt x="5305481" y="0"/>
                  <a:pt x="5335575" y="30095"/>
                  <a:pt x="5335575" y="67219"/>
                </a:cubicBezTo>
                <a:lnTo>
                  <a:pt x="5335575" y="327698"/>
                </a:lnTo>
                <a:cubicBezTo>
                  <a:pt x="5335575" y="364822"/>
                  <a:pt x="5305481" y="394917"/>
                  <a:pt x="5268357" y="394917"/>
                </a:cubicBezTo>
                <a:lnTo>
                  <a:pt x="67219" y="394917"/>
                </a:lnTo>
                <a:cubicBezTo>
                  <a:pt x="30095" y="394917"/>
                  <a:pt x="0" y="364822"/>
                  <a:pt x="0" y="327698"/>
                </a:cubicBezTo>
                <a:lnTo>
                  <a:pt x="0" y="67219"/>
                </a:lnTo>
                <a:cubicBezTo>
                  <a:pt x="0" y="30120"/>
                  <a:pt x="30120" y="0"/>
                  <a:pt x="67219" y="0"/>
                </a:cubicBezTo>
                <a:close/>
              </a:path>
            </a:pathLst>
          </a:custGeom>
          <a:solidFill>
            <a:srgbClr val="A3B18A">
              <a:alpha val="10196"/>
            </a:srgbClr>
          </a:solidFill>
        </p:spPr>
      </p:sp>
      <p:sp>
        <p:nvSpPr>
          <p:cNvPr id="60" name="Text 58"/>
          <p:cNvSpPr/>
          <p:nvPr/>
        </p:nvSpPr>
        <p:spPr>
          <a:xfrm>
            <a:off x="6447504" y="6217836"/>
            <a:ext cx="5192733" cy="1932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25" b="1" dirty="0">
                <a:solidFill>
                  <a:srgbClr val="3A3A3A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Live Link:</a:t>
            </a:r>
            <a:r>
              <a:rPr lang="en-US" sz="925" dirty="0">
                <a:solidFill>
                  <a:srgbClr val="3A3A3A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Accessible anywhere, anytime with zero cost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8094" y="348094"/>
            <a:ext cx="11565430" cy="208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5" b="1" kern="0" spc="55" dirty="0">
                <a:solidFill>
                  <a:srgbClr val="A3B1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See It In Action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8094" y="626570"/>
            <a:ext cx="11704668" cy="4177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90" b="1" dirty="0">
                <a:solidFill>
                  <a:srgbClr val="585C45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Live Demo Preview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8094" y="1113901"/>
            <a:ext cx="11582835" cy="2436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dirty="0">
                <a:solidFill>
                  <a:srgbClr val="3A3A3A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Clean, intuitive interface designed for seamless user experience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8094" y="1496805"/>
            <a:ext cx="5639126" cy="5360651"/>
          </a:xfrm>
          <a:custGeom>
            <a:avLst/>
            <a:gdLst/>
            <a:ahLst/>
            <a:cxnLst/>
            <a:rect l="l" t="t" r="r" b="b"/>
            <a:pathLst>
              <a:path w="5639126" h="5360651">
                <a:moveTo>
                  <a:pt x="139216" y="0"/>
                </a:moveTo>
                <a:lnTo>
                  <a:pt x="5499910" y="0"/>
                </a:lnTo>
                <a:cubicBezTo>
                  <a:pt x="5576797" y="0"/>
                  <a:pt x="5639126" y="62329"/>
                  <a:pt x="5639126" y="139216"/>
                </a:cubicBezTo>
                <a:lnTo>
                  <a:pt x="5639126" y="5221435"/>
                </a:lnTo>
                <a:cubicBezTo>
                  <a:pt x="5639126" y="5298322"/>
                  <a:pt x="5576797" y="5360651"/>
                  <a:pt x="5499910" y="5360651"/>
                </a:cubicBezTo>
                <a:lnTo>
                  <a:pt x="139216" y="5360651"/>
                </a:lnTo>
                <a:cubicBezTo>
                  <a:pt x="62329" y="5360651"/>
                  <a:pt x="0" y="5298322"/>
                  <a:pt x="0" y="5221435"/>
                </a:cubicBezTo>
                <a:lnTo>
                  <a:pt x="0" y="139216"/>
                </a:lnTo>
                <a:cubicBezTo>
                  <a:pt x="0" y="62329"/>
                  <a:pt x="62329" y="0"/>
                  <a:pt x="139216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17559" dist="17404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8094" y="1496805"/>
            <a:ext cx="5639126" cy="382904"/>
          </a:xfrm>
          <a:custGeom>
            <a:avLst/>
            <a:gdLst/>
            <a:ahLst/>
            <a:cxnLst/>
            <a:rect l="l" t="t" r="r" b="b"/>
            <a:pathLst>
              <a:path w="5639126" h="382904">
                <a:moveTo>
                  <a:pt x="0" y="0"/>
                </a:moveTo>
                <a:lnTo>
                  <a:pt x="5639126" y="0"/>
                </a:lnTo>
                <a:lnTo>
                  <a:pt x="5639126" y="382904"/>
                </a:lnTo>
                <a:lnTo>
                  <a:pt x="0" y="382904"/>
                </a:lnTo>
                <a:lnTo>
                  <a:pt x="0" y="0"/>
                </a:lnTo>
                <a:close/>
              </a:path>
            </a:pathLst>
          </a:custGeom>
          <a:solidFill>
            <a:srgbClr val="585C45"/>
          </a:solidFill>
        </p:spPr>
      </p:sp>
      <p:sp>
        <p:nvSpPr>
          <p:cNvPr id="7" name="Shape 5"/>
          <p:cNvSpPr/>
          <p:nvPr/>
        </p:nvSpPr>
        <p:spPr>
          <a:xfrm>
            <a:off x="522141" y="1636043"/>
            <a:ext cx="104428" cy="104428"/>
          </a:xfrm>
          <a:custGeom>
            <a:avLst/>
            <a:gdLst/>
            <a:ahLst/>
            <a:cxnLst/>
            <a:rect l="l" t="t" r="r" b="b"/>
            <a:pathLst>
              <a:path w="104428" h="104428">
                <a:moveTo>
                  <a:pt x="52214" y="0"/>
                </a:moveTo>
                <a:lnTo>
                  <a:pt x="52214" y="0"/>
                </a:lnTo>
                <a:cubicBezTo>
                  <a:pt x="81032" y="0"/>
                  <a:pt x="104428" y="23396"/>
                  <a:pt x="104428" y="52214"/>
                </a:cubicBezTo>
                <a:lnTo>
                  <a:pt x="104428" y="52214"/>
                </a:lnTo>
                <a:cubicBezTo>
                  <a:pt x="104428" y="81032"/>
                  <a:pt x="81032" y="104428"/>
                  <a:pt x="52214" y="104428"/>
                </a:cubicBezTo>
                <a:lnTo>
                  <a:pt x="52214" y="104428"/>
                </a:lnTo>
                <a:cubicBezTo>
                  <a:pt x="23396" y="104428"/>
                  <a:pt x="0" y="81032"/>
                  <a:pt x="0" y="52214"/>
                </a:cubicBezTo>
                <a:lnTo>
                  <a:pt x="0" y="52214"/>
                </a:lnTo>
                <a:cubicBezTo>
                  <a:pt x="0" y="23396"/>
                  <a:pt x="23396" y="0"/>
                  <a:pt x="52214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8" name="Shape 6"/>
          <p:cNvSpPr/>
          <p:nvPr/>
        </p:nvSpPr>
        <p:spPr>
          <a:xfrm>
            <a:off x="696188" y="1636043"/>
            <a:ext cx="104428" cy="104428"/>
          </a:xfrm>
          <a:custGeom>
            <a:avLst/>
            <a:gdLst/>
            <a:ahLst/>
            <a:cxnLst/>
            <a:rect l="l" t="t" r="r" b="b"/>
            <a:pathLst>
              <a:path w="104428" h="104428">
                <a:moveTo>
                  <a:pt x="52214" y="0"/>
                </a:moveTo>
                <a:lnTo>
                  <a:pt x="52214" y="0"/>
                </a:lnTo>
                <a:cubicBezTo>
                  <a:pt x="81032" y="0"/>
                  <a:pt x="104428" y="23396"/>
                  <a:pt x="104428" y="52214"/>
                </a:cubicBezTo>
                <a:lnTo>
                  <a:pt x="104428" y="52214"/>
                </a:lnTo>
                <a:cubicBezTo>
                  <a:pt x="104428" y="81032"/>
                  <a:pt x="81032" y="104428"/>
                  <a:pt x="52214" y="104428"/>
                </a:cubicBezTo>
                <a:lnTo>
                  <a:pt x="52214" y="104428"/>
                </a:lnTo>
                <a:cubicBezTo>
                  <a:pt x="23396" y="104428"/>
                  <a:pt x="0" y="81032"/>
                  <a:pt x="0" y="52214"/>
                </a:cubicBezTo>
                <a:lnTo>
                  <a:pt x="0" y="52214"/>
                </a:lnTo>
                <a:cubicBezTo>
                  <a:pt x="0" y="23396"/>
                  <a:pt x="23396" y="0"/>
                  <a:pt x="52214" y="0"/>
                </a:cubicBezTo>
                <a:close/>
              </a:path>
            </a:pathLst>
          </a:custGeom>
          <a:solidFill>
            <a:srgbClr val="A3B18A"/>
          </a:solidFill>
        </p:spPr>
      </p:sp>
      <p:sp>
        <p:nvSpPr>
          <p:cNvPr id="9" name="Shape 7"/>
          <p:cNvSpPr/>
          <p:nvPr/>
        </p:nvSpPr>
        <p:spPr>
          <a:xfrm>
            <a:off x="870236" y="1636043"/>
            <a:ext cx="104428" cy="104428"/>
          </a:xfrm>
          <a:custGeom>
            <a:avLst/>
            <a:gdLst/>
            <a:ahLst/>
            <a:cxnLst/>
            <a:rect l="l" t="t" r="r" b="b"/>
            <a:pathLst>
              <a:path w="104428" h="104428">
                <a:moveTo>
                  <a:pt x="52214" y="0"/>
                </a:moveTo>
                <a:lnTo>
                  <a:pt x="52214" y="0"/>
                </a:lnTo>
                <a:cubicBezTo>
                  <a:pt x="81032" y="0"/>
                  <a:pt x="104428" y="23396"/>
                  <a:pt x="104428" y="52214"/>
                </a:cubicBezTo>
                <a:lnTo>
                  <a:pt x="104428" y="52214"/>
                </a:lnTo>
                <a:cubicBezTo>
                  <a:pt x="104428" y="81032"/>
                  <a:pt x="81032" y="104428"/>
                  <a:pt x="52214" y="104428"/>
                </a:cubicBezTo>
                <a:lnTo>
                  <a:pt x="52214" y="104428"/>
                </a:lnTo>
                <a:cubicBezTo>
                  <a:pt x="23396" y="104428"/>
                  <a:pt x="0" y="81032"/>
                  <a:pt x="0" y="52214"/>
                </a:cubicBezTo>
                <a:lnTo>
                  <a:pt x="0" y="52214"/>
                </a:lnTo>
                <a:cubicBezTo>
                  <a:pt x="0" y="23396"/>
                  <a:pt x="23396" y="0"/>
                  <a:pt x="52214" y="0"/>
                </a:cubicBezTo>
                <a:close/>
              </a:path>
            </a:pathLst>
          </a:custGeom>
          <a:solidFill>
            <a:srgbClr val="F8F6F2">
              <a:alpha val="50196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1148711" y="1601233"/>
            <a:ext cx="1818792" cy="1740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F8F6F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thrivemind.github.io/assessment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48094" y="1879709"/>
            <a:ext cx="5639126" cy="4977747"/>
          </a:xfrm>
          <a:custGeom>
            <a:avLst/>
            <a:gdLst/>
            <a:ahLst/>
            <a:cxnLst/>
            <a:rect l="l" t="t" r="r" b="b"/>
            <a:pathLst>
              <a:path w="5639126" h="4977747">
                <a:moveTo>
                  <a:pt x="0" y="0"/>
                </a:moveTo>
                <a:lnTo>
                  <a:pt x="5639126" y="0"/>
                </a:lnTo>
                <a:lnTo>
                  <a:pt x="5639126" y="4977747"/>
                </a:lnTo>
                <a:lnTo>
                  <a:pt x="0" y="497774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A3B18A">
                  <a:alpha val="10000"/>
                </a:srgbClr>
              </a:gs>
              <a:gs pos="100000">
                <a:srgbClr val="D4A373">
                  <a:alpha val="10000"/>
                </a:srgbClr>
              </a:gs>
            </a:gsLst>
            <a:lin ang="2700000" scaled="1"/>
          </a:gradFill>
        </p:spPr>
      </p:sp>
      <p:sp>
        <p:nvSpPr>
          <p:cNvPr id="12" name="Shape 10"/>
          <p:cNvSpPr/>
          <p:nvPr/>
        </p:nvSpPr>
        <p:spPr>
          <a:xfrm>
            <a:off x="2891086" y="2088565"/>
            <a:ext cx="556951" cy="556951"/>
          </a:xfrm>
          <a:custGeom>
            <a:avLst/>
            <a:gdLst/>
            <a:ahLst/>
            <a:cxnLst/>
            <a:rect l="l" t="t" r="r" b="b"/>
            <a:pathLst>
              <a:path w="556951" h="556951">
                <a:moveTo>
                  <a:pt x="278475" y="0"/>
                </a:moveTo>
                <a:lnTo>
                  <a:pt x="278475" y="0"/>
                </a:lnTo>
                <a:cubicBezTo>
                  <a:pt x="432170" y="0"/>
                  <a:pt x="556951" y="124781"/>
                  <a:pt x="556951" y="278475"/>
                </a:cubicBezTo>
                <a:lnTo>
                  <a:pt x="556951" y="278475"/>
                </a:lnTo>
                <a:cubicBezTo>
                  <a:pt x="556951" y="432170"/>
                  <a:pt x="432170" y="556951"/>
                  <a:pt x="278475" y="556951"/>
                </a:cubicBezTo>
                <a:lnTo>
                  <a:pt x="278475" y="556951"/>
                </a:lnTo>
                <a:cubicBezTo>
                  <a:pt x="124781" y="556951"/>
                  <a:pt x="0" y="432170"/>
                  <a:pt x="0" y="278475"/>
                </a:cubicBezTo>
                <a:lnTo>
                  <a:pt x="0" y="278475"/>
                </a:lnTo>
                <a:cubicBezTo>
                  <a:pt x="0" y="124781"/>
                  <a:pt x="124781" y="0"/>
                  <a:pt x="278475" y="0"/>
                </a:cubicBezTo>
                <a:close/>
              </a:path>
            </a:pathLst>
          </a:custGeom>
          <a:solidFill>
            <a:srgbClr val="A3B18A"/>
          </a:solidFill>
        </p:spPr>
      </p:sp>
      <p:sp>
        <p:nvSpPr>
          <p:cNvPr id="13" name="Shape 11"/>
          <p:cNvSpPr/>
          <p:nvPr/>
        </p:nvSpPr>
        <p:spPr>
          <a:xfrm>
            <a:off x="3073835" y="2236505"/>
            <a:ext cx="195803" cy="261071"/>
          </a:xfrm>
          <a:custGeom>
            <a:avLst/>
            <a:gdLst/>
            <a:ahLst/>
            <a:cxnLst/>
            <a:rect l="l" t="t" r="r" b="b"/>
            <a:pathLst>
              <a:path w="195803" h="261071">
                <a:moveTo>
                  <a:pt x="158784" y="16317"/>
                </a:moveTo>
                <a:lnTo>
                  <a:pt x="163169" y="16317"/>
                </a:lnTo>
                <a:cubicBezTo>
                  <a:pt x="181169" y="16317"/>
                  <a:pt x="195803" y="30951"/>
                  <a:pt x="195803" y="48951"/>
                </a:cubicBezTo>
                <a:lnTo>
                  <a:pt x="195803" y="228437"/>
                </a:lnTo>
                <a:cubicBezTo>
                  <a:pt x="195803" y="246436"/>
                  <a:pt x="181169" y="261071"/>
                  <a:pt x="163169" y="261071"/>
                </a:cubicBezTo>
                <a:lnTo>
                  <a:pt x="32634" y="261071"/>
                </a:lnTo>
                <a:cubicBezTo>
                  <a:pt x="14634" y="261071"/>
                  <a:pt x="0" y="246436"/>
                  <a:pt x="0" y="228437"/>
                </a:cubicBezTo>
                <a:lnTo>
                  <a:pt x="0" y="48951"/>
                </a:lnTo>
                <a:cubicBezTo>
                  <a:pt x="0" y="30951"/>
                  <a:pt x="14634" y="16317"/>
                  <a:pt x="32634" y="16317"/>
                </a:cubicBezTo>
                <a:lnTo>
                  <a:pt x="37019" y="16317"/>
                </a:lnTo>
                <a:cubicBezTo>
                  <a:pt x="42628" y="6578"/>
                  <a:pt x="53183" y="0"/>
                  <a:pt x="65268" y="0"/>
                </a:cubicBezTo>
                <a:lnTo>
                  <a:pt x="130535" y="0"/>
                </a:lnTo>
                <a:cubicBezTo>
                  <a:pt x="142620" y="0"/>
                  <a:pt x="153175" y="6578"/>
                  <a:pt x="158784" y="16317"/>
                </a:cubicBezTo>
                <a:close/>
                <a:moveTo>
                  <a:pt x="126456" y="57109"/>
                </a:moveTo>
                <a:cubicBezTo>
                  <a:pt x="133238" y="57109"/>
                  <a:pt x="138694" y="51653"/>
                  <a:pt x="138694" y="44872"/>
                </a:cubicBezTo>
                <a:cubicBezTo>
                  <a:pt x="138694" y="38090"/>
                  <a:pt x="133238" y="32634"/>
                  <a:pt x="126456" y="32634"/>
                </a:cubicBezTo>
                <a:lnTo>
                  <a:pt x="69347" y="32634"/>
                </a:lnTo>
                <a:cubicBezTo>
                  <a:pt x="62565" y="32634"/>
                  <a:pt x="57109" y="38090"/>
                  <a:pt x="57109" y="44872"/>
                </a:cubicBezTo>
                <a:cubicBezTo>
                  <a:pt x="57109" y="51653"/>
                  <a:pt x="62565" y="57109"/>
                  <a:pt x="69347" y="57109"/>
                </a:cubicBezTo>
                <a:lnTo>
                  <a:pt x="126456" y="57109"/>
                </a:lnTo>
                <a:close/>
                <a:moveTo>
                  <a:pt x="65268" y="130535"/>
                </a:moveTo>
                <a:cubicBezTo>
                  <a:pt x="65268" y="121530"/>
                  <a:pt x="57956" y="114218"/>
                  <a:pt x="48951" y="114218"/>
                </a:cubicBezTo>
                <a:cubicBezTo>
                  <a:pt x="39945" y="114218"/>
                  <a:pt x="32634" y="121530"/>
                  <a:pt x="32634" y="130535"/>
                </a:cubicBezTo>
                <a:cubicBezTo>
                  <a:pt x="32634" y="139541"/>
                  <a:pt x="39945" y="146852"/>
                  <a:pt x="48951" y="146852"/>
                </a:cubicBezTo>
                <a:cubicBezTo>
                  <a:pt x="57956" y="146852"/>
                  <a:pt x="65268" y="139541"/>
                  <a:pt x="65268" y="130535"/>
                </a:cubicBezTo>
                <a:close/>
                <a:moveTo>
                  <a:pt x="81585" y="130535"/>
                </a:moveTo>
                <a:cubicBezTo>
                  <a:pt x="81585" y="137317"/>
                  <a:pt x="87041" y="142773"/>
                  <a:pt x="93822" y="142773"/>
                </a:cubicBezTo>
                <a:lnTo>
                  <a:pt x="150931" y="142773"/>
                </a:lnTo>
                <a:cubicBezTo>
                  <a:pt x="157713" y="142773"/>
                  <a:pt x="163169" y="137317"/>
                  <a:pt x="163169" y="130535"/>
                </a:cubicBezTo>
                <a:cubicBezTo>
                  <a:pt x="163169" y="123754"/>
                  <a:pt x="157713" y="118298"/>
                  <a:pt x="150931" y="118298"/>
                </a:cubicBezTo>
                <a:lnTo>
                  <a:pt x="93822" y="118298"/>
                </a:lnTo>
                <a:cubicBezTo>
                  <a:pt x="87041" y="118298"/>
                  <a:pt x="81585" y="123754"/>
                  <a:pt x="81585" y="130535"/>
                </a:cubicBezTo>
                <a:close/>
                <a:moveTo>
                  <a:pt x="81585" y="195803"/>
                </a:moveTo>
                <a:cubicBezTo>
                  <a:pt x="81585" y="202585"/>
                  <a:pt x="87041" y="208041"/>
                  <a:pt x="93822" y="208041"/>
                </a:cubicBezTo>
                <a:lnTo>
                  <a:pt x="150931" y="208041"/>
                </a:lnTo>
                <a:cubicBezTo>
                  <a:pt x="157713" y="208041"/>
                  <a:pt x="163169" y="202585"/>
                  <a:pt x="163169" y="195803"/>
                </a:cubicBezTo>
                <a:cubicBezTo>
                  <a:pt x="163169" y="189021"/>
                  <a:pt x="157713" y="183565"/>
                  <a:pt x="150931" y="183565"/>
                </a:cubicBezTo>
                <a:lnTo>
                  <a:pt x="93822" y="183565"/>
                </a:lnTo>
                <a:cubicBezTo>
                  <a:pt x="87041" y="183565"/>
                  <a:pt x="81585" y="189021"/>
                  <a:pt x="81585" y="195803"/>
                </a:cubicBezTo>
                <a:close/>
                <a:moveTo>
                  <a:pt x="48951" y="212120"/>
                </a:moveTo>
                <a:cubicBezTo>
                  <a:pt x="57956" y="212120"/>
                  <a:pt x="65268" y="204809"/>
                  <a:pt x="65268" y="195803"/>
                </a:cubicBezTo>
                <a:cubicBezTo>
                  <a:pt x="65268" y="186797"/>
                  <a:pt x="57956" y="179486"/>
                  <a:pt x="48951" y="179486"/>
                </a:cubicBezTo>
                <a:cubicBezTo>
                  <a:pt x="39945" y="179486"/>
                  <a:pt x="32634" y="186797"/>
                  <a:pt x="32634" y="195803"/>
                </a:cubicBezTo>
                <a:cubicBezTo>
                  <a:pt x="32634" y="204809"/>
                  <a:pt x="39945" y="212120"/>
                  <a:pt x="48951" y="212120"/>
                </a:cubicBezTo>
                <a:close/>
              </a:path>
            </a:pathLst>
          </a:custGeom>
          <a:solidFill>
            <a:srgbClr val="F8F6F2"/>
          </a:solidFill>
        </p:spPr>
      </p:sp>
      <p:sp>
        <p:nvSpPr>
          <p:cNvPr id="14" name="Text 12"/>
          <p:cNvSpPr/>
          <p:nvPr/>
        </p:nvSpPr>
        <p:spPr>
          <a:xfrm>
            <a:off x="504737" y="2749944"/>
            <a:ext cx="5325842" cy="278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45" b="1" dirty="0">
                <a:solidFill>
                  <a:srgbClr val="585C45"/>
                </a:solidFill>
                <a:latin typeface="Unna" panose="02040503070705020203" pitchFamily="34" charset="0"/>
                <a:ea typeface="Unna" panose="02040503070705020203" pitchFamily="34" charset="-122"/>
                <a:cs typeface="Unna" panose="02040503070705020203" pitchFamily="34" charset="-120"/>
              </a:rPr>
              <a:t>Mental Health Assessment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2141" y="3063229"/>
            <a:ext cx="5291032" cy="208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5" dirty="0">
                <a:solidFill>
                  <a:srgbClr val="3A3A3A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Question 3 of 10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56951" y="3411323"/>
            <a:ext cx="5221413" cy="2749944"/>
          </a:xfrm>
          <a:custGeom>
            <a:avLst/>
            <a:gdLst/>
            <a:ahLst/>
            <a:cxnLst/>
            <a:rect l="l" t="t" r="r" b="b"/>
            <a:pathLst>
              <a:path w="5221413" h="2749944">
                <a:moveTo>
                  <a:pt x="104415" y="0"/>
                </a:moveTo>
                <a:lnTo>
                  <a:pt x="5116998" y="0"/>
                </a:lnTo>
                <a:cubicBezTo>
                  <a:pt x="5174665" y="0"/>
                  <a:pt x="5221413" y="46748"/>
                  <a:pt x="5221413" y="104415"/>
                </a:cubicBezTo>
                <a:lnTo>
                  <a:pt x="5221413" y="2645529"/>
                </a:lnTo>
                <a:cubicBezTo>
                  <a:pt x="5221413" y="2703196"/>
                  <a:pt x="5174665" y="2749944"/>
                  <a:pt x="5116998" y="2749944"/>
                </a:cubicBezTo>
                <a:lnTo>
                  <a:pt x="104415" y="2749944"/>
                </a:lnTo>
                <a:cubicBezTo>
                  <a:pt x="46748" y="2749944"/>
                  <a:pt x="0" y="2703196"/>
                  <a:pt x="0" y="2645529"/>
                </a:cubicBezTo>
                <a:lnTo>
                  <a:pt x="0" y="104415"/>
                </a:lnTo>
                <a:cubicBezTo>
                  <a:pt x="0" y="46787"/>
                  <a:pt x="46787" y="0"/>
                  <a:pt x="104415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2214" dist="3480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0998" y="3585370"/>
            <a:ext cx="4951640" cy="2436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5" b="1" dirty="0">
                <a:solidFill>
                  <a:srgbClr val="585C4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How well have you been sleeping lately?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9700" y="3976976"/>
            <a:ext cx="4855914" cy="435118"/>
          </a:xfrm>
          <a:custGeom>
            <a:avLst/>
            <a:gdLst/>
            <a:ahLst/>
            <a:cxnLst/>
            <a:rect l="l" t="t" r="r" b="b"/>
            <a:pathLst>
              <a:path w="4855914" h="435118">
                <a:moveTo>
                  <a:pt x="69619" y="0"/>
                </a:moveTo>
                <a:lnTo>
                  <a:pt x="4786296" y="0"/>
                </a:lnTo>
                <a:cubicBezTo>
                  <a:pt x="4824745" y="0"/>
                  <a:pt x="4855914" y="31169"/>
                  <a:pt x="4855914" y="69619"/>
                </a:cubicBezTo>
                <a:lnTo>
                  <a:pt x="4855914" y="365499"/>
                </a:lnTo>
                <a:cubicBezTo>
                  <a:pt x="4855914" y="403948"/>
                  <a:pt x="4824745" y="435118"/>
                  <a:pt x="4786296" y="435118"/>
                </a:cubicBezTo>
                <a:lnTo>
                  <a:pt x="69619" y="435118"/>
                </a:lnTo>
                <a:cubicBezTo>
                  <a:pt x="31195" y="435118"/>
                  <a:pt x="0" y="403923"/>
                  <a:pt x="0" y="365499"/>
                </a:cubicBezTo>
                <a:lnTo>
                  <a:pt x="0" y="69619"/>
                </a:lnTo>
                <a:cubicBezTo>
                  <a:pt x="0" y="31169"/>
                  <a:pt x="31169" y="0"/>
                  <a:pt x="69619" y="0"/>
                </a:cubicBezTo>
                <a:close/>
              </a:path>
            </a:pathLst>
          </a:custGeom>
          <a:solidFill>
            <a:srgbClr val="A3B18A">
              <a:alpha val="10196"/>
            </a:srgbClr>
          </a:solidFill>
          <a:ln w="25400">
            <a:solidFill>
              <a:srgbClr val="A3B1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2831" y="4090107"/>
            <a:ext cx="208857" cy="208857"/>
          </a:xfrm>
          <a:custGeom>
            <a:avLst/>
            <a:gdLst/>
            <a:ahLst/>
            <a:cxnLst/>
            <a:rect l="l" t="t" r="r" b="b"/>
            <a:pathLst>
              <a:path w="208857" h="208857">
                <a:moveTo>
                  <a:pt x="104428" y="0"/>
                </a:moveTo>
                <a:lnTo>
                  <a:pt x="104428" y="0"/>
                </a:lnTo>
                <a:cubicBezTo>
                  <a:pt x="162064" y="0"/>
                  <a:pt x="208857" y="46793"/>
                  <a:pt x="208857" y="104428"/>
                </a:cubicBezTo>
                <a:lnTo>
                  <a:pt x="208857" y="104428"/>
                </a:lnTo>
                <a:cubicBezTo>
                  <a:pt x="208857" y="162064"/>
                  <a:pt x="162064" y="208857"/>
                  <a:pt x="104428" y="208857"/>
                </a:cubicBezTo>
                <a:lnTo>
                  <a:pt x="104428" y="208857"/>
                </a:lnTo>
                <a:cubicBezTo>
                  <a:pt x="46793" y="208857"/>
                  <a:pt x="0" y="162064"/>
                  <a:pt x="0" y="104428"/>
                </a:cubicBezTo>
                <a:lnTo>
                  <a:pt x="0" y="104428"/>
                </a:lnTo>
                <a:cubicBezTo>
                  <a:pt x="0" y="46793"/>
                  <a:pt x="46793" y="0"/>
                  <a:pt x="104428" y="0"/>
                </a:cubicBezTo>
                <a:close/>
              </a:path>
            </a:pathLst>
          </a:custGeom>
          <a:solidFill>
            <a:srgbClr val="A3B18A"/>
          </a:solidFill>
        </p:spPr>
      </p:sp>
      <p:sp>
        <p:nvSpPr>
          <p:cNvPr id="20" name="Shape 18"/>
          <p:cNvSpPr/>
          <p:nvPr/>
        </p:nvSpPr>
        <p:spPr>
          <a:xfrm>
            <a:off x="906133" y="4133619"/>
            <a:ext cx="106604" cy="121833"/>
          </a:xfrm>
          <a:custGeom>
            <a:avLst/>
            <a:gdLst/>
            <a:ahLst/>
            <a:cxnLst/>
            <a:rect l="l" t="t" r="r" b="b"/>
            <a:pathLst>
              <a:path w="106604" h="121833">
                <a:moveTo>
                  <a:pt x="103463" y="16681"/>
                </a:moveTo>
                <a:cubicBezTo>
                  <a:pt x="106866" y="19155"/>
                  <a:pt x="107627" y="23914"/>
                  <a:pt x="105152" y="27317"/>
                </a:cubicBezTo>
                <a:lnTo>
                  <a:pt x="44236" y="111077"/>
                </a:lnTo>
                <a:cubicBezTo>
                  <a:pt x="42927" y="112886"/>
                  <a:pt x="40904" y="114004"/>
                  <a:pt x="38668" y="114195"/>
                </a:cubicBezTo>
                <a:cubicBezTo>
                  <a:pt x="36431" y="114385"/>
                  <a:pt x="34266" y="113552"/>
                  <a:pt x="32695" y="111982"/>
                </a:cubicBezTo>
                <a:lnTo>
                  <a:pt x="2237" y="81523"/>
                </a:lnTo>
                <a:cubicBezTo>
                  <a:pt x="-738" y="78549"/>
                  <a:pt x="-738" y="73718"/>
                  <a:pt x="2237" y="70744"/>
                </a:cubicBezTo>
                <a:cubicBezTo>
                  <a:pt x="5211" y="67770"/>
                  <a:pt x="10042" y="67770"/>
                  <a:pt x="13016" y="70744"/>
                </a:cubicBezTo>
                <a:lnTo>
                  <a:pt x="37169" y="94896"/>
                </a:lnTo>
                <a:lnTo>
                  <a:pt x="92850" y="18346"/>
                </a:lnTo>
                <a:cubicBezTo>
                  <a:pt x="95325" y="14944"/>
                  <a:pt x="100084" y="14182"/>
                  <a:pt x="103487" y="16657"/>
                </a:cubicBezTo>
                <a:close/>
              </a:path>
            </a:pathLst>
          </a:custGeom>
          <a:solidFill>
            <a:srgbClr val="F8F6F2"/>
          </a:solidFill>
        </p:spPr>
      </p:sp>
      <p:sp>
        <p:nvSpPr>
          <p:cNvPr id="21" name="Text 19"/>
          <p:cNvSpPr/>
          <p:nvPr/>
        </p:nvSpPr>
        <p:spPr>
          <a:xfrm>
            <a:off x="1166116" y="4090107"/>
            <a:ext cx="2062458" cy="208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5" dirty="0">
                <a:solidFill>
                  <a:srgbClr val="3A3A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Very well - restful and consistent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9700" y="4499118"/>
            <a:ext cx="4855914" cy="435118"/>
          </a:xfrm>
          <a:custGeom>
            <a:avLst/>
            <a:gdLst/>
            <a:ahLst/>
            <a:cxnLst/>
            <a:rect l="l" t="t" r="r" b="b"/>
            <a:pathLst>
              <a:path w="4855914" h="435118">
                <a:moveTo>
                  <a:pt x="69619" y="0"/>
                </a:moveTo>
                <a:lnTo>
                  <a:pt x="4786296" y="0"/>
                </a:lnTo>
                <a:cubicBezTo>
                  <a:pt x="4824745" y="0"/>
                  <a:pt x="4855914" y="31169"/>
                  <a:pt x="4855914" y="69619"/>
                </a:cubicBezTo>
                <a:lnTo>
                  <a:pt x="4855914" y="365499"/>
                </a:lnTo>
                <a:cubicBezTo>
                  <a:pt x="4855914" y="403948"/>
                  <a:pt x="4824745" y="435118"/>
                  <a:pt x="4786296" y="435118"/>
                </a:cubicBezTo>
                <a:lnTo>
                  <a:pt x="69619" y="435118"/>
                </a:lnTo>
                <a:cubicBezTo>
                  <a:pt x="31195" y="435118"/>
                  <a:pt x="0" y="403923"/>
                  <a:pt x="0" y="365499"/>
                </a:cubicBezTo>
                <a:lnTo>
                  <a:pt x="0" y="69619"/>
                </a:lnTo>
                <a:cubicBezTo>
                  <a:pt x="0" y="31169"/>
                  <a:pt x="31169" y="0"/>
                  <a:pt x="69619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1533" y="4620951"/>
            <a:ext cx="191452" cy="191452"/>
          </a:xfrm>
          <a:custGeom>
            <a:avLst/>
            <a:gdLst/>
            <a:ahLst/>
            <a:cxnLst/>
            <a:rect l="l" t="t" r="r" b="b"/>
            <a:pathLst>
              <a:path w="191452" h="191452">
                <a:moveTo>
                  <a:pt x="95726" y="0"/>
                </a:moveTo>
                <a:lnTo>
                  <a:pt x="95726" y="0"/>
                </a:lnTo>
                <a:cubicBezTo>
                  <a:pt x="148594" y="0"/>
                  <a:pt x="191452" y="42858"/>
                  <a:pt x="191452" y="95726"/>
                </a:cubicBezTo>
                <a:lnTo>
                  <a:pt x="191452" y="95726"/>
                </a:lnTo>
                <a:cubicBezTo>
                  <a:pt x="191452" y="148594"/>
                  <a:pt x="148594" y="191452"/>
                  <a:pt x="95726" y="191452"/>
                </a:cubicBezTo>
                <a:lnTo>
                  <a:pt x="95726" y="191452"/>
                </a:lnTo>
                <a:cubicBezTo>
                  <a:pt x="42858" y="191452"/>
                  <a:pt x="0" y="148594"/>
                  <a:pt x="0" y="95726"/>
                </a:cubicBezTo>
                <a:lnTo>
                  <a:pt x="0" y="95726"/>
                </a:lnTo>
                <a:cubicBezTo>
                  <a:pt x="0" y="42858"/>
                  <a:pt x="42858" y="0"/>
                  <a:pt x="95726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D1D5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66116" y="4612248"/>
            <a:ext cx="1844899" cy="208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5" dirty="0">
                <a:solidFill>
                  <a:srgbClr val="3A3A3A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Fairly well - occasional issues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39700" y="5021259"/>
            <a:ext cx="4855914" cy="435118"/>
          </a:xfrm>
          <a:custGeom>
            <a:avLst/>
            <a:gdLst/>
            <a:ahLst/>
            <a:cxnLst/>
            <a:rect l="l" t="t" r="r" b="b"/>
            <a:pathLst>
              <a:path w="4855914" h="435118">
                <a:moveTo>
                  <a:pt x="69619" y="0"/>
                </a:moveTo>
                <a:lnTo>
                  <a:pt x="4786296" y="0"/>
                </a:lnTo>
                <a:cubicBezTo>
                  <a:pt x="4824745" y="0"/>
                  <a:pt x="4855914" y="31169"/>
                  <a:pt x="4855914" y="69619"/>
                </a:cubicBezTo>
                <a:lnTo>
                  <a:pt x="4855914" y="365499"/>
                </a:lnTo>
                <a:cubicBezTo>
                  <a:pt x="4855914" y="403948"/>
                  <a:pt x="4824745" y="435118"/>
                  <a:pt x="4786296" y="435118"/>
                </a:cubicBezTo>
                <a:lnTo>
                  <a:pt x="69619" y="435118"/>
                </a:lnTo>
                <a:cubicBezTo>
                  <a:pt x="31195" y="435118"/>
                  <a:pt x="0" y="403923"/>
                  <a:pt x="0" y="365499"/>
                </a:cubicBezTo>
                <a:lnTo>
                  <a:pt x="0" y="69619"/>
                </a:lnTo>
                <a:cubicBezTo>
                  <a:pt x="0" y="31169"/>
                  <a:pt x="31169" y="0"/>
                  <a:pt x="69619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1533" y="5143092"/>
            <a:ext cx="191452" cy="191452"/>
          </a:xfrm>
          <a:custGeom>
            <a:avLst/>
            <a:gdLst/>
            <a:ahLst/>
            <a:cxnLst/>
            <a:rect l="l" t="t" r="r" b="b"/>
            <a:pathLst>
              <a:path w="191452" h="191452">
                <a:moveTo>
                  <a:pt x="95726" y="0"/>
                </a:moveTo>
                <a:lnTo>
                  <a:pt x="95726" y="0"/>
                </a:lnTo>
                <a:cubicBezTo>
                  <a:pt x="148594" y="0"/>
                  <a:pt x="191452" y="42858"/>
                  <a:pt x="191452" y="95726"/>
                </a:cubicBezTo>
                <a:lnTo>
                  <a:pt x="191452" y="95726"/>
                </a:lnTo>
                <a:cubicBezTo>
                  <a:pt x="191452" y="148594"/>
                  <a:pt x="148594" y="191452"/>
                  <a:pt x="95726" y="191452"/>
                </a:cubicBezTo>
                <a:lnTo>
                  <a:pt x="95726" y="191452"/>
                </a:lnTo>
                <a:cubicBezTo>
                  <a:pt x="42858" y="191452"/>
                  <a:pt x="0" y="148594"/>
                  <a:pt x="0" y="95726"/>
                </a:cubicBezTo>
                <a:lnTo>
                  <a:pt x="0" y="95726"/>
                </a:lnTo>
                <a:cubicBezTo>
                  <a:pt x="0" y="42858"/>
                  <a:pt x="42858" y="0"/>
                  <a:pt x="95726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D1D5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66116" y="5134390"/>
            <a:ext cx="1975435" cy="208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5" dirty="0">
                <a:solidFill>
                  <a:srgbClr val="3A3A3A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Not great - frequent disruptions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39700" y="5543400"/>
            <a:ext cx="4855914" cy="435118"/>
          </a:xfrm>
          <a:custGeom>
            <a:avLst/>
            <a:gdLst/>
            <a:ahLst/>
            <a:cxnLst/>
            <a:rect l="l" t="t" r="r" b="b"/>
            <a:pathLst>
              <a:path w="4855914" h="435118">
                <a:moveTo>
                  <a:pt x="69619" y="0"/>
                </a:moveTo>
                <a:lnTo>
                  <a:pt x="4786296" y="0"/>
                </a:lnTo>
                <a:cubicBezTo>
                  <a:pt x="4824745" y="0"/>
                  <a:pt x="4855914" y="31169"/>
                  <a:pt x="4855914" y="69619"/>
                </a:cubicBezTo>
                <a:lnTo>
                  <a:pt x="4855914" y="365499"/>
                </a:lnTo>
                <a:cubicBezTo>
                  <a:pt x="4855914" y="403948"/>
                  <a:pt x="4824745" y="435118"/>
                  <a:pt x="4786296" y="435118"/>
                </a:cubicBezTo>
                <a:lnTo>
                  <a:pt x="69619" y="435118"/>
                </a:lnTo>
                <a:cubicBezTo>
                  <a:pt x="31195" y="435118"/>
                  <a:pt x="0" y="403923"/>
                  <a:pt x="0" y="365499"/>
                </a:cubicBezTo>
                <a:lnTo>
                  <a:pt x="0" y="69619"/>
                </a:lnTo>
                <a:cubicBezTo>
                  <a:pt x="0" y="31169"/>
                  <a:pt x="31169" y="0"/>
                  <a:pt x="69619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1533" y="5665233"/>
            <a:ext cx="191452" cy="191452"/>
          </a:xfrm>
          <a:custGeom>
            <a:avLst/>
            <a:gdLst/>
            <a:ahLst/>
            <a:cxnLst/>
            <a:rect l="l" t="t" r="r" b="b"/>
            <a:pathLst>
              <a:path w="191452" h="191452">
                <a:moveTo>
                  <a:pt x="95726" y="0"/>
                </a:moveTo>
                <a:lnTo>
                  <a:pt x="95726" y="0"/>
                </a:lnTo>
                <a:cubicBezTo>
                  <a:pt x="148594" y="0"/>
                  <a:pt x="191452" y="42858"/>
                  <a:pt x="191452" y="95726"/>
                </a:cubicBezTo>
                <a:lnTo>
                  <a:pt x="191452" y="95726"/>
                </a:lnTo>
                <a:cubicBezTo>
                  <a:pt x="191452" y="148594"/>
                  <a:pt x="148594" y="191452"/>
                  <a:pt x="95726" y="191452"/>
                </a:cubicBezTo>
                <a:lnTo>
                  <a:pt x="95726" y="191452"/>
                </a:lnTo>
                <a:cubicBezTo>
                  <a:pt x="42858" y="191452"/>
                  <a:pt x="0" y="148594"/>
                  <a:pt x="0" y="95726"/>
                </a:cubicBezTo>
                <a:lnTo>
                  <a:pt x="0" y="95726"/>
                </a:lnTo>
                <a:cubicBezTo>
                  <a:pt x="0" y="42858"/>
                  <a:pt x="42858" y="0"/>
                  <a:pt x="95726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D1D5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66116" y="5656531"/>
            <a:ext cx="2045054" cy="208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5" dirty="0">
                <a:solidFill>
                  <a:srgbClr val="3A3A3A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Poor - significant sleep problems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56951" y="6300505"/>
            <a:ext cx="931152" cy="348094"/>
          </a:xfrm>
          <a:custGeom>
            <a:avLst/>
            <a:gdLst/>
            <a:ahLst/>
            <a:cxnLst/>
            <a:rect l="l" t="t" r="r" b="b"/>
            <a:pathLst>
              <a:path w="931152" h="348094">
                <a:moveTo>
                  <a:pt x="69619" y="0"/>
                </a:moveTo>
                <a:lnTo>
                  <a:pt x="861533" y="0"/>
                </a:lnTo>
                <a:cubicBezTo>
                  <a:pt x="899957" y="0"/>
                  <a:pt x="931152" y="31195"/>
                  <a:pt x="931152" y="69619"/>
                </a:cubicBezTo>
                <a:lnTo>
                  <a:pt x="931152" y="278475"/>
                </a:lnTo>
                <a:cubicBezTo>
                  <a:pt x="931152" y="316925"/>
                  <a:pt x="899983" y="348094"/>
                  <a:pt x="861533" y="348094"/>
                </a:cubicBezTo>
                <a:lnTo>
                  <a:pt x="69619" y="348094"/>
                </a:lnTo>
                <a:cubicBezTo>
                  <a:pt x="31195" y="348094"/>
                  <a:pt x="0" y="316899"/>
                  <a:pt x="0" y="278475"/>
                </a:cubicBezTo>
                <a:lnTo>
                  <a:pt x="0" y="69619"/>
                </a:lnTo>
                <a:cubicBezTo>
                  <a:pt x="0" y="31169"/>
                  <a:pt x="31169" y="0"/>
                  <a:pt x="69619" y="0"/>
                </a:cubicBezTo>
                <a:close/>
              </a:path>
            </a:pathLst>
          </a:custGeom>
          <a:solidFill>
            <a:srgbClr val="E5E7EB"/>
          </a:solidFill>
        </p:spPr>
      </p:sp>
      <p:sp>
        <p:nvSpPr>
          <p:cNvPr id="32" name="Text 30"/>
          <p:cNvSpPr/>
          <p:nvPr/>
        </p:nvSpPr>
        <p:spPr>
          <a:xfrm>
            <a:off x="522141" y="6300505"/>
            <a:ext cx="1000771" cy="348094"/>
          </a:xfrm>
          <a:prstGeom prst="rect">
            <a:avLst/>
          </a:prstGeom>
          <a:noFill/>
        </p:spPr>
        <p:txBody>
          <a:bodyPr wrap="square" lIns="208857" tIns="69619" rIns="208857" bIns="69619" rtlCol="0" anchor="ctr"/>
          <a:lstStyle/>
          <a:p>
            <a:pPr algn="ctr">
              <a:lnSpc>
                <a:spcPct val="130000"/>
              </a:lnSpc>
            </a:pPr>
            <a:r>
              <a:rPr lang="en-US" sz="1095" dirty="0">
                <a:solidFill>
                  <a:srgbClr val="3A3A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Previous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500840" y="6300505"/>
            <a:ext cx="1279246" cy="348094"/>
          </a:xfrm>
          <a:custGeom>
            <a:avLst/>
            <a:gdLst/>
            <a:ahLst/>
            <a:cxnLst/>
            <a:rect l="l" t="t" r="r" b="b"/>
            <a:pathLst>
              <a:path w="1279246" h="348094">
                <a:moveTo>
                  <a:pt x="69619" y="0"/>
                </a:moveTo>
                <a:lnTo>
                  <a:pt x="1209627" y="0"/>
                </a:lnTo>
                <a:cubicBezTo>
                  <a:pt x="1248051" y="0"/>
                  <a:pt x="1279246" y="31195"/>
                  <a:pt x="1279246" y="69619"/>
                </a:cubicBezTo>
                <a:lnTo>
                  <a:pt x="1279246" y="278475"/>
                </a:lnTo>
                <a:cubicBezTo>
                  <a:pt x="1279246" y="316925"/>
                  <a:pt x="1248077" y="348094"/>
                  <a:pt x="1209627" y="348094"/>
                </a:cubicBezTo>
                <a:lnTo>
                  <a:pt x="69619" y="348094"/>
                </a:lnTo>
                <a:cubicBezTo>
                  <a:pt x="31195" y="348094"/>
                  <a:pt x="0" y="316899"/>
                  <a:pt x="0" y="278475"/>
                </a:cubicBezTo>
                <a:lnTo>
                  <a:pt x="0" y="69619"/>
                </a:lnTo>
                <a:cubicBezTo>
                  <a:pt x="0" y="31169"/>
                  <a:pt x="31169" y="0"/>
                  <a:pt x="69619" y="0"/>
                </a:cubicBezTo>
                <a:close/>
              </a:path>
            </a:pathLst>
          </a:custGeom>
          <a:solidFill>
            <a:srgbClr val="A3B18A"/>
          </a:solidFill>
        </p:spPr>
      </p:sp>
      <p:sp>
        <p:nvSpPr>
          <p:cNvPr id="34" name="Text 32"/>
          <p:cNvSpPr/>
          <p:nvPr/>
        </p:nvSpPr>
        <p:spPr>
          <a:xfrm>
            <a:off x="4466031" y="6300505"/>
            <a:ext cx="1348865" cy="348094"/>
          </a:xfrm>
          <a:prstGeom prst="rect">
            <a:avLst/>
          </a:prstGeom>
          <a:noFill/>
        </p:spPr>
        <p:txBody>
          <a:bodyPr wrap="square" lIns="208857" tIns="69619" rIns="208857" bIns="69619" rtlCol="0" anchor="ctr"/>
          <a:lstStyle/>
          <a:p>
            <a:pPr algn="ctr">
              <a:lnSpc>
                <a:spcPct val="130000"/>
              </a:lnSpc>
            </a:pPr>
            <a:r>
              <a:rPr lang="en-US" sz="1095" dirty="0">
                <a:solidFill>
                  <a:srgbClr val="F8F6F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Next Question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99884" y="1496805"/>
            <a:ext cx="5639126" cy="5360651"/>
          </a:xfrm>
          <a:custGeom>
            <a:avLst/>
            <a:gdLst/>
            <a:ahLst/>
            <a:cxnLst/>
            <a:rect l="l" t="t" r="r" b="b"/>
            <a:pathLst>
              <a:path w="5639126" h="5360651">
                <a:moveTo>
                  <a:pt x="139216" y="0"/>
                </a:moveTo>
                <a:lnTo>
                  <a:pt x="5499910" y="0"/>
                </a:lnTo>
                <a:cubicBezTo>
                  <a:pt x="5576797" y="0"/>
                  <a:pt x="5639126" y="62329"/>
                  <a:pt x="5639126" y="139216"/>
                </a:cubicBezTo>
                <a:lnTo>
                  <a:pt x="5639126" y="5221435"/>
                </a:lnTo>
                <a:cubicBezTo>
                  <a:pt x="5639126" y="5298322"/>
                  <a:pt x="5576797" y="5360651"/>
                  <a:pt x="5499910" y="5360651"/>
                </a:cubicBezTo>
                <a:lnTo>
                  <a:pt x="139216" y="5360651"/>
                </a:lnTo>
                <a:cubicBezTo>
                  <a:pt x="62329" y="5360651"/>
                  <a:pt x="0" y="5298322"/>
                  <a:pt x="0" y="5221435"/>
                </a:cubicBezTo>
                <a:lnTo>
                  <a:pt x="0" y="139216"/>
                </a:lnTo>
                <a:cubicBezTo>
                  <a:pt x="0" y="62329"/>
                  <a:pt x="62329" y="0"/>
                  <a:pt x="139216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17559" dist="17404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99884" y="1496805"/>
            <a:ext cx="5639126" cy="382904"/>
          </a:xfrm>
          <a:custGeom>
            <a:avLst/>
            <a:gdLst/>
            <a:ahLst/>
            <a:cxnLst/>
            <a:rect l="l" t="t" r="r" b="b"/>
            <a:pathLst>
              <a:path w="5639126" h="382904">
                <a:moveTo>
                  <a:pt x="0" y="0"/>
                </a:moveTo>
                <a:lnTo>
                  <a:pt x="5639126" y="0"/>
                </a:lnTo>
                <a:lnTo>
                  <a:pt x="5639126" y="382904"/>
                </a:lnTo>
                <a:lnTo>
                  <a:pt x="0" y="382904"/>
                </a:lnTo>
                <a:lnTo>
                  <a:pt x="0" y="0"/>
                </a:lnTo>
                <a:close/>
              </a:path>
            </a:pathLst>
          </a:custGeom>
          <a:solidFill>
            <a:srgbClr val="585C45"/>
          </a:solidFill>
        </p:spPr>
      </p:sp>
      <p:sp>
        <p:nvSpPr>
          <p:cNvPr id="37" name="Shape 35"/>
          <p:cNvSpPr/>
          <p:nvPr/>
        </p:nvSpPr>
        <p:spPr>
          <a:xfrm>
            <a:off x="6373931" y="1636043"/>
            <a:ext cx="104428" cy="104428"/>
          </a:xfrm>
          <a:custGeom>
            <a:avLst/>
            <a:gdLst/>
            <a:ahLst/>
            <a:cxnLst/>
            <a:rect l="l" t="t" r="r" b="b"/>
            <a:pathLst>
              <a:path w="104428" h="104428">
                <a:moveTo>
                  <a:pt x="52214" y="0"/>
                </a:moveTo>
                <a:lnTo>
                  <a:pt x="52214" y="0"/>
                </a:lnTo>
                <a:cubicBezTo>
                  <a:pt x="81032" y="0"/>
                  <a:pt x="104428" y="23396"/>
                  <a:pt x="104428" y="52214"/>
                </a:cubicBezTo>
                <a:lnTo>
                  <a:pt x="104428" y="52214"/>
                </a:lnTo>
                <a:cubicBezTo>
                  <a:pt x="104428" y="81032"/>
                  <a:pt x="81032" y="104428"/>
                  <a:pt x="52214" y="104428"/>
                </a:cubicBezTo>
                <a:lnTo>
                  <a:pt x="52214" y="104428"/>
                </a:lnTo>
                <a:cubicBezTo>
                  <a:pt x="23396" y="104428"/>
                  <a:pt x="0" y="81032"/>
                  <a:pt x="0" y="52214"/>
                </a:cubicBezTo>
                <a:lnTo>
                  <a:pt x="0" y="52214"/>
                </a:lnTo>
                <a:cubicBezTo>
                  <a:pt x="0" y="23396"/>
                  <a:pt x="23396" y="0"/>
                  <a:pt x="52214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38" name="Shape 36"/>
          <p:cNvSpPr/>
          <p:nvPr/>
        </p:nvSpPr>
        <p:spPr>
          <a:xfrm>
            <a:off x="6547979" y="1636043"/>
            <a:ext cx="104428" cy="104428"/>
          </a:xfrm>
          <a:custGeom>
            <a:avLst/>
            <a:gdLst/>
            <a:ahLst/>
            <a:cxnLst/>
            <a:rect l="l" t="t" r="r" b="b"/>
            <a:pathLst>
              <a:path w="104428" h="104428">
                <a:moveTo>
                  <a:pt x="52214" y="0"/>
                </a:moveTo>
                <a:lnTo>
                  <a:pt x="52214" y="0"/>
                </a:lnTo>
                <a:cubicBezTo>
                  <a:pt x="81032" y="0"/>
                  <a:pt x="104428" y="23396"/>
                  <a:pt x="104428" y="52214"/>
                </a:cubicBezTo>
                <a:lnTo>
                  <a:pt x="104428" y="52214"/>
                </a:lnTo>
                <a:cubicBezTo>
                  <a:pt x="104428" y="81032"/>
                  <a:pt x="81032" y="104428"/>
                  <a:pt x="52214" y="104428"/>
                </a:cubicBezTo>
                <a:lnTo>
                  <a:pt x="52214" y="104428"/>
                </a:lnTo>
                <a:cubicBezTo>
                  <a:pt x="23396" y="104428"/>
                  <a:pt x="0" y="81032"/>
                  <a:pt x="0" y="52214"/>
                </a:cubicBezTo>
                <a:lnTo>
                  <a:pt x="0" y="52214"/>
                </a:lnTo>
                <a:cubicBezTo>
                  <a:pt x="0" y="23396"/>
                  <a:pt x="23396" y="0"/>
                  <a:pt x="52214" y="0"/>
                </a:cubicBezTo>
                <a:close/>
              </a:path>
            </a:pathLst>
          </a:custGeom>
          <a:solidFill>
            <a:srgbClr val="A3B18A"/>
          </a:solidFill>
        </p:spPr>
      </p:sp>
      <p:sp>
        <p:nvSpPr>
          <p:cNvPr id="39" name="Shape 37"/>
          <p:cNvSpPr/>
          <p:nvPr/>
        </p:nvSpPr>
        <p:spPr>
          <a:xfrm>
            <a:off x="6722026" y="1636043"/>
            <a:ext cx="104428" cy="104428"/>
          </a:xfrm>
          <a:custGeom>
            <a:avLst/>
            <a:gdLst/>
            <a:ahLst/>
            <a:cxnLst/>
            <a:rect l="l" t="t" r="r" b="b"/>
            <a:pathLst>
              <a:path w="104428" h="104428">
                <a:moveTo>
                  <a:pt x="52214" y="0"/>
                </a:moveTo>
                <a:lnTo>
                  <a:pt x="52214" y="0"/>
                </a:lnTo>
                <a:cubicBezTo>
                  <a:pt x="81032" y="0"/>
                  <a:pt x="104428" y="23396"/>
                  <a:pt x="104428" y="52214"/>
                </a:cubicBezTo>
                <a:lnTo>
                  <a:pt x="104428" y="52214"/>
                </a:lnTo>
                <a:cubicBezTo>
                  <a:pt x="104428" y="81032"/>
                  <a:pt x="81032" y="104428"/>
                  <a:pt x="52214" y="104428"/>
                </a:cubicBezTo>
                <a:lnTo>
                  <a:pt x="52214" y="104428"/>
                </a:lnTo>
                <a:cubicBezTo>
                  <a:pt x="23396" y="104428"/>
                  <a:pt x="0" y="81032"/>
                  <a:pt x="0" y="52214"/>
                </a:cubicBezTo>
                <a:lnTo>
                  <a:pt x="0" y="52214"/>
                </a:lnTo>
                <a:cubicBezTo>
                  <a:pt x="0" y="23396"/>
                  <a:pt x="23396" y="0"/>
                  <a:pt x="52214" y="0"/>
                </a:cubicBezTo>
                <a:close/>
              </a:path>
            </a:pathLst>
          </a:custGeom>
          <a:solidFill>
            <a:srgbClr val="F8F6F2">
              <a:alpha val="50196"/>
            </a:srgbClr>
          </a:solidFill>
        </p:spPr>
      </p:sp>
      <p:sp>
        <p:nvSpPr>
          <p:cNvPr id="40" name="Text 38"/>
          <p:cNvSpPr/>
          <p:nvPr/>
        </p:nvSpPr>
        <p:spPr>
          <a:xfrm>
            <a:off x="7000501" y="1601233"/>
            <a:ext cx="1540317" cy="1740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F8F6F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thrivemind.github.io/results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99884" y="1879709"/>
            <a:ext cx="5639126" cy="4977747"/>
          </a:xfrm>
          <a:custGeom>
            <a:avLst/>
            <a:gdLst/>
            <a:ahLst/>
            <a:cxnLst/>
            <a:rect l="l" t="t" r="r" b="b"/>
            <a:pathLst>
              <a:path w="5639126" h="4977747">
                <a:moveTo>
                  <a:pt x="0" y="0"/>
                </a:moveTo>
                <a:lnTo>
                  <a:pt x="5639126" y="0"/>
                </a:lnTo>
                <a:lnTo>
                  <a:pt x="5639126" y="4977747"/>
                </a:lnTo>
                <a:lnTo>
                  <a:pt x="0" y="497774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A3B18A">
                  <a:alpha val="10000"/>
                </a:srgbClr>
              </a:gs>
              <a:gs pos="100000">
                <a:srgbClr val="D4A373">
                  <a:alpha val="10000"/>
                </a:srgbClr>
              </a:gs>
            </a:gsLst>
            <a:lin ang="2700000" scaled="1"/>
          </a:gradFill>
        </p:spPr>
      </p:sp>
      <p:sp>
        <p:nvSpPr>
          <p:cNvPr id="42" name="Shape 40"/>
          <p:cNvSpPr/>
          <p:nvPr/>
        </p:nvSpPr>
        <p:spPr>
          <a:xfrm>
            <a:off x="8673257" y="2088565"/>
            <a:ext cx="696188" cy="696188"/>
          </a:xfrm>
          <a:custGeom>
            <a:avLst/>
            <a:gdLst/>
            <a:ahLst/>
            <a:cxnLst/>
            <a:rect l="l" t="t" r="r" b="b"/>
            <a:pathLst>
              <a:path w="696188" h="696188">
                <a:moveTo>
                  <a:pt x="348094" y="0"/>
                </a:moveTo>
                <a:lnTo>
                  <a:pt x="348094" y="0"/>
                </a:lnTo>
                <a:cubicBezTo>
                  <a:pt x="540213" y="0"/>
                  <a:pt x="696188" y="155976"/>
                  <a:pt x="696188" y="348094"/>
                </a:cubicBezTo>
                <a:lnTo>
                  <a:pt x="696188" y="348094"/>
                </a:lnTo>
                <a:cubicBezTo>
                  <a:pt x="696188" y="540213"/>
                  <a:pt x="540213" y="696188"/>
                  <a:pt x="348094" y="696188"/>
                </a:cubicBezTo>
                <a:lnTo>
                  <a:pt x="348094" y="696188"/>
                </a:lnTo>
                <a:cubicBezTo>
                  <a:pt x="155976" y="696188"/>
                  <a:pt x="0" y="540213"/>
                  <a:pt x="0" y="348094"/>
                </a:cubicBezTo>
                <a:lnTo>
                  <a:pt x="0" y="348094"/>
                </a:lnTo>
                <a:cubicBezTo>
                  <a:pt x="0" y="155976"/>
                  <a:pt x="155976" y="0"/>
                  <a:pt x="348094" y="0"/>
                </a:cubicBezTo>
                <a:close/>
              </a:path>
            </a:pathLst>
          </a:custGeom>
          <a:gradFill flip="none" rotWithShape="1">
            <a:gsLst>
              <a:gs pos="0">
                <a:srgbClr val="A3B18A"/>
              </a:gs>
              <a:gs pos="100000">
                <a:srgbClr val="D4A373"/>
              </a:gs>
            </a:gsLst>
            <a:lin ang="2700000" scaled="1"/>
          </a:gradFill>
          <a:effectLst>
            <a:outerShdw blurRad="130535" dist="8702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8829537" y="2280017"/>
            <a:ext cx="382904" cy="3132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55" b="1" dirty="0">
                <a:solidFill>
                  <a:srgbClr val="F8F6F2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72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356527" y="2889182"/>
            <a:ext cx="5325842" cy="278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45" b="1" dirty="0">
                <a:solidFill>
                  <a:srgbClr val="585C45"/>
                </a:solidFill>
                <a:latin typeface="Unna" panose="02040503070705020203" pitchFamily="34" charset="0"/>
                <a:ea typeface="Unna" panose="02040503070705020203" pitchFamily="34" charset="-122"/>
                <a:cs typeface="Unna" panose="02040503070705020203" pitchFamily="34" charset="-120"/>
              </a:rPr>
              <a:t>Your Mental Health Score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69580" y="3202467"/>
            <a:ext cx="5299734" cy="2436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35" b="1" dirty="0">
                <a:solidFill>
                  <a:srgbClr val="A3B18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Good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408741" y="3585370"/>
            <a:ext cx="5221413" cy="2584600"/>
          </a:xfrm>
          <a:custGeom>
            <a:avLst/>
            <a:gdLst/>
            <a:ahLst/>
            <a:cxnLst/>
            <a:rect l="l" t="t" r="r" b="b"/>
            <a:pathLst>
              <a:path w="5221413" h="2584600">
                <a:moveTo>
                  <a:pt x="104418" y="0"/>
                </a:moveTo>
                <a:lnTo>
                  <a:pt x="5116995" y="0"/>
                </a:lnTo>
                <a:cubicBezTo>
                  <a:pt x="5174664" y="0"/>
                  <a:pt x="5221413" y="46749"/>
                  <a:pt x="5221413" y="104418"/>
                </a:cubicBezTo>
                <a:lnTo>
                  <a:pt x="5221413" y="2480182"/>
                </a:lnTo>
                <a:cubicBezTo>
                  <a:pt x="5221413" y="2537850"/>
                  <a:pt x="5174664" y="2584600"/>
                  <a:pt x="5116995" y="2584600"/>
                </a:cubicBezTo>
                <a:lnTo>
                  <a:pt x="104418" y="2584600"/>
                </a:lnTo>
                <a:cubicBezTo>
                  <a:pt x="46749" y="2584600"/>
                  <a:pt x="0" y="2537850"/>
                  <a:pt x="0" y="2480182"/>
                </a:cubicBezTo>
                <a:lnTo>
                  <a:pt x="0" y="104418"/>
                </a:lnTo>
                <a:cubicBezTo>
                  <a:pt x="0" y="46749"/>
                  <a:pt x="46749" y="0"/>
                  <a:pt x="104418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2214" dist="3480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547979" y="3724608"/>
            <a:ext cx="5021259" cy="2436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5" b="1" dirty="0">
                <a:solidFill>
                  <a:srgbClr val="585C45"/>
                </a:solidFill>
                <a:latin typeface="Unna" panose="02040503070705020203" pitchFamily="34" charset="0"/>
                <a:ea typeface="Unna" panose="02040503070705020203" pitchFamily="34" charset="-122"/>
                <a:cs typeface="Unna" panose="02040503070705020203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547979" y="4072702"/>
            <a:ext cx="4942938" cy="348094"/>
          </a:xfrm>
          <a:custGeom>
            <a:avLst/>
            <a:gdLst/>
            <a:ahLst/>
            <a:cxnLst/>
            <a:rect l="l" t="t" r="r" b="b"/>
            <a:pathLst>
              <a:path w="4942938" h="348094">
                <a:moveTo>
                  <a:pt x="69619" y="0"/>
                </a:moveTo>
                <a:lnTo>
                  <a:pt x="4873319" y="0"/>
                </a:lnTo>
                <a:cubicBezTo>
                  <a:pt x="4911768" y="0"/>
                  <a:pt x="4942938" y="31169"/>
                  <a:pt x="4942938" y="69619"/>
                </a:cubicBezTo>
                <a:lnTo>
                  <a:pt x="4942938" y="278475"/>
                </a:lnTo>
                <a:cubicBezTo>
                  <a:pt x="4942938" y="316925"/>
                  <a:pt x="4911768" y="348094"/>
                  <a:pt x="4873319" y="348094"/>
                </a:cubicBezTo>
                <a:lnTo>
                  <a:pt x="69619" y="348094"/>
                </a:lnTo>
                <a:cubicBezTo>
                  <a:pt x="31195" y="348094"/>
                  <a:pt x="0" y="316899"/>
                  <a:pt x="0" y="278475"/>
                </a:cubicBezTo>
                <a:lnTo>
                  <a:pt x="0" y="69619"/>
                </a:lnTo>
                <a:cubicBezTo>
                  <a:pt x="0" y="31169"/>
                  <a:pt x="31169" y="0"/>
                  <a:pt x="69619" y="0"/>
                </a:cubicBezTo>
                <a:close/>
              </a:path>
            </a:pathLst>
          </a:custGeom>
          <a:solidFill>
            <a:srgbClr val="A3B18A">
              <a:alpha val="10196"/>
            </a:srgbClr>
          </a:solidFill>
        </p:spPr>
      </p:sp>
      <p:sp>
        <p:nvSpPr>
          <p:cNvPr id="49" name="Text 47"/>
          <p:cNvSpPr/>
          <p:nvPr/>
        </p:nvSpPr>
        <p:spPr>
          <a:xfrm>
            <a:off x="6617597" y="4142321"/>
            <a:ext cx="1183520" cy="208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5" dirty="0">
                <a:solidFill>
                  <a:srgbClr val="3A3A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Emotional Stability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0282740" y="4211940"/>
            <a:ext cx="835426" cy="69619"/>
          </a:xfrm>
          <a:custGeom>
            <a:avLst/>
            <a:gdLst/>
            <a:ahLst/>
            <a:cxnLst/>
            <a:rect l="l" t="t" r="r" b="b"/>
            <a:pathLst>
              <a:path w="835426" h="69619">
                <a:moveTo>
                  <a:pt x="34809" y="0"/>
                </a:moveTo>
                <a:lnTo>
                  <a:pt x="800617" y="0"/>
                </a:lnTo>
                <a:cubicBezTo>
                  <a:pt x="819829" y="0"/>
                  <a:pt x="835426" y="15598"/>
                  <a:pt x="835426" y="34809"/>
                </a:cubicBezTo>
                <a:lnTo>
                  <a:pt x="835426" y="34809"/>
                </a:lnTo>
                <a:cubicBezTo>
                  <a:pt x="835426" y="54021"/>
                  <a:pt x="819829" y="69619"/>
                  <a:pt x="800617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E5E7EB"/>
          </a:solidFill>
        </p:spPr>
      </p:sp>
      <p:sp>
        <p:nvSpPr>
          <p:cNvPr id="51" name="Shape 49"/>
          <p:cNvSpPr/>
          <p:nvPr/>
        </p:nvSpPr>
        <p:spPr>
          <a:xfrm>
            <a:off x="10282740" y="4211940"/>
            <a:ext cx="670081" cy="69619"/>
          </a:xfrm>
          <a:custGeom>
            <a:avLst/>
            <a:gdLst/>
            <a:ahLst/>
            <a:cxnLst/>
            <a:rect l="l" t="t" r="r" b="b"/>
            <a:pathLst>
              <a:path w="670081" h="69619">
                <a:moveTo>
                  <a:pt x="34809" y="0"/>
                </a:moveTo>
                <a:lnTo>
                  <a:pt x="635272" y="0"/>
                </a:lnTo>
                <a:cubicBezTo>
                  <a:pt x="654484" y="0"/>
                  <a:pt x="670081" y="15598"/>
                  <a:pt x="670081" y="34809"/>
                </a:cubicBezTo>
                <a:lnTo>
                  <a:pt x="670081" y="34809"/>
                </a:lnTo>
                <a:cubicBezTo>
                  <a:pt x="670081" y="54021"/>
                  <a:pt x="654484" y="69619"/>
                  <a:pt x="635272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A3B18A"/>
          </a:solidFill>
        </p:spPr>
      </p:sp>
      <p:sp>
        <p:nvSpPr>
          <p:cNvPr id="52" name="Text 50"/>
          <p:cNvSpPr/>
          <p:nvPr/>
        </p:nvSpPr>
        <p:spPr>
          <a:xfrm>
            <a:off x="11187785" y="4159726"/>
            <a:ext cx="295880" cy="1740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b="1" dirty="0">
                <a:solidFill>
                  <a:srgbClr val="585C4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8/10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547979" y="4490415"/>
            <a:ext cx="4942938" cy="348094"/>
          </a:xfrm>
          <a:custGeom>
            <a:avLst/>
            <a:gdLst/>
            <a:ahLst/>
            <a:cxnLst/>
            <a:rect l="l" t="t" r="r" b="b"/>
            <a:pathLst>
              <a:path w="4942938" h="348094">
                <a:moveTo>
                  <a:pt x="69619" y="0"/>
                </a:moveTo>
                <a:lnTo>
                  <a:pt x="4873319" y="0"/>
                </a:lnTo>
                <a:cubicBezTo>
                  <a:pt x="4911768" y="0"/>
                  <a:pt x="4942938" y="31169"/>
                  <a:pt x="4942938" y="69619"/>
                </a:cubicBezTo>
                <a:lnTo>
                  <a:pt x="4942938" y="278475"/>
                </a:lnTo>
                <a:cubicBezTo>
                  <a:pt x="4942938" y="316925"/>
                  <a:pt x="4911768" y="348094"/>
                  <a:pt x="4873319" y="348094"/>
                </a:cubicBezTo>
                <a:lnTo>
                  <a:pt x="69619" y="348094"/>
                </a:lnTo>
                <a:cubicBezTo>
                  <a:pt x="31195" y="348094"/>
                  <a:pt x="0" y="316899"/>
                  <a:pt x="0" y="278475"/>
                </a:cubicBezTo>
                <a:lnTo>
                  <a:pt x="0" y="69619"/>
                </a:lnTo>
                <a:cubicBezTo>
                  <a:pt x="0" y="31169"/>
                  <a:pt x="31169" y="0"/>
                  <a:pt x="69619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</p:spPr>
      </p:sp>
      <p:sp>
        <p:nvSpPr>
          <p:cNvPr id="54" name="Text 52"/>
          <p:cNvSpPr/>
          <p:nvPr/>
        </p:nvSpPr>
        <p:spPr>
          <a:xfrm>
            <a:off x="6617597" y="4560034"/>
            <a:ext cx="870236" cy="208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5" dirty="0">
                <a:solidFill>
                  <a:srgbClr val="3A3A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Sleep Quality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10285188" y="4629653"/>
            <a:ext cx="835426" cy="69619"/>
          </a:xfrm>
          <a:custGeom>
            <a:avLst/>
            <a:gdLst/>
            <a:ahLst/>
            <a:cxnLst/>
            <a:rect l="l" t="t" r="r" b="b"/>
            <a:pathLst>
              <a:path w="835426" h="69619">
                <a:moveTo>
                  <a:pt x="34809" y="0"/>
                </a:moveTo>
                <a:lnTo>
                  <a:pt x="800617" y="0"/>
                </a:lnTo>
                <a:cubicBezTo>
                  <a:pt x="819829" y="0"/>
                  <a:pt x="835426" y="15598"/>
                  <a:pt x="835426" y="34809"/>
                </a:cubicBezTo>
                <a:lnTo>
                  <a:pt x="835426" y="34809"/>
                </a:lnTo>
                <a:cubicBezTo>
                  <a:pt x="835426" y="54021"/>
                  <a:pt x="819829" y="69619"/>
                  <a:pt x="800617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E5E7EB"/>
          </a:solidFill>
        </p:spPr>
      </p:sp>
      <p:sp>
        <p:nvSpPr>
          <p:cNvPr id="56" name="Shape 54"/>
          <p:cNvSpPr/>
          <p:nvPr/>
        </p:nvSpPr>
        <p:spPr>
          <a:xfrm>
            <a:off x="10285188" y="4629653"/>
            <a:ext cx="417713" cy="69619"/>
          </a:xfrm>
          <a:custGeom>
            <a:avLst/>
            <a:gdLst/>
            <a:ahLst/>
            <a:cxnLst/>
            <a:rect l="l" t="t" r="r" b="b"/>
            <a:pathLst>
              <a:path w="417713" h="69619">
                <a:moveTo>
                  <a:pt x="34809" y="0"/>
                </a:moveTo>
                <a:lnTo>
                  <a:pt x="382904" y="0"/>
                </a:lnTo>
                <a:cubicBezTo>
                  <a:pt x="402115" y="0"/>
                  <a:pt x="417713" y="15598"/>
                  <a:pt x="417713" y="34809"/>
                </a:cubicBezTo>
                <a:lnTo>
                  <a:pt x="417713" y="34809"/>
                </a:lnTo>
                <a:cubicBezTo>
                  <a:pt x="417713" y="54021"/>
                  <a:pt x="402115" y="69619"/>
                  <a:pt x="382904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57" name="Text 55"/>
          <p:cNvSpPr/>
          <p:nvPr/>
        </p:nvSpPr>
        <p:spPr>
          <a:xfrm>
            <a:off x="11190233" y="4577439"/>
            <a:ext cx="295880" cy="1740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b="1" dirty="0">
                <a:solidFill>
                  <a:srgbClr val="585C4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5/10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547979" y="4908128"/>
            <a:ext cx="4942938" cy="348094"/>
          </a:xfrm>
          <a:custGeom>
            <a:avLst/>
            <a:gdLst/>
            <a:ahLst/>
            <a:cxnLst/>
            <a:rect l="l" t="t" r="r" b="b"/>
            <a:pathLst>
              <a:path w="4942938" h="348094">
                <a:moveTo>
                  <a:pt x="69619" y="0"/>
                </a:moveTo>
                <a:lnTo>
                  <a:pt x="4873319" y="0"/>
                </a:lnTo>
                <a:cubicBezTo>
                  <a:pt x="4911768" y="0"/>
                  <a:pt x="4942938" y="31169"/>
                  <a:pt x="4942938" y="69619"/>
                </a:cubicBezTo>
                <a:lnTo>
                  <a:pt x="4942938" y="278475"/>
                </a:lnTo>
                <a:cubicBezTo>
                  <a:pt x="4942938" y="316925"/>
                  <a:pt x="4911768" y="348094"/>
                  <a:pt x="4873319" y="348094"/>
                </a:cubicBezTo>
                <a:lnTo>
                  <a:pt x="69619" y="348094"/>
                </a:lnTo>
                <a:cubicBezTo>
                  <a:pt x="31195" y="348094"/>
                  <a:pt x="0" y="316899"/>
                  <a:pt x="0" y="278475"/>
                </a:cubicBezTo>
                <a:lnTo>
                  <a:pt x="0" y="69619"/>
                </a:lnTo>
                <a:cubicBezTo>
                  <a:pt x="0" y="31169"/>
                  <a:pt x="31169" y="0"/>
                  <a:pt x="69619" y="0"/>
                </a:cubicBezTo>
                <a:close/>
              </a:path>
            </a:pathLst>
          </a:custGeom>
          <a:solidFill>
            <a:srgbClr val="A3B18A">
              <a:alpha val="10196"/>
            </a:srgbClr>
          </a:solidFill>
        </p:spPr>
      </p:sp>
      <p:sp>
        <p:nvSpPr>
          <p:cNvPr id="59" name="Text 57"/>
          <p:cNvSpPr/>
          <p:nvPr/>
        </p:nvSpPr>
        <p:spPr>
          <a:xfrm>
            <a:off x="6617597" y="4977747"/>
            <a:ext cx="1148711" cy="208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5" dirty="0">
                <a:solidFill>
                  <a:srgbClr val="3A3A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Social Connection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10283465" y="5047366"/>
            <a:ext cx="835426" cy="69619"/>
          </a:xfrm>
          <a:custGeom>
            <a:avLst/>
            <a:gdLst/>
            <a:ahLst/>
            <a:cxnLst/>
            <a:rect l="l" t="t" r="r" b="b"/>
            <a:pathLst>
              <a:path w="835426" h="69619">
                <a:moveTo>
                  <a:pt x="34809" y="0"/>
                </a:moveTo>
                <a:lnTo>
                  <a:pt x="800617" y="0"/>
                </a:lnTo>
                <a:cubicBezTo>
                  <a:pt x="819829" y="0"/>
                  <a:pt x="835426" y="15598"/>
                  <a:pt x="835426" y="34809"/>
                </a:cubicBezTo>
                <a:lnTo>
                  <a:pt x="835426" y="34809"/>
                </a:lnTo>
                <a:cubicBezTo>
                  <a:pt x="835426" y="54021"/>
                  <a:pt x="819829" y="69619"/>
                  <a:pt x="800617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E5E7EB"/>
          </a:solidFill>
        </p:spPr>
      </p:sp>
      <p:sp>
        <p:nvSpPr>
          <p:cNvPr id="61" name="Shape 59"/>
          <p:cNvSpPr/>
          <p:nvPr/>
        </p:nvSpPr>
        <p:spPr>
          <a:xfrm>
            <a:off x="10283465" y="5047366"/>
            <a:ext cx="748403" cy="69619"/>
          </a:xfrm>
          <a:custGeom>
            <a:avLst/>
            <a:gdLst/>
            <a:ahLst/>
            <a:cxnLst/>
            <a:rect l="l" t="t" r="r" b="b"/>
            <a:pathLst>
              <a:path w="748403" h="69619">
                <a:moveTo>
                  <a:pt x="34809" y="0"/>
                </a:moveTo>
                <a:lnTo>
                  <a:pt x="713593" y="0"/>
                </a:lnTo>
                <a:cubicBezTo>
                  <a:pt x="732805" y="0"/>
                  <a:pt x="748403" y="15598"/>
                  <a:pt x="748403" y="34809"/>
                </a:cubicBezTo>
                <a:lnTo>
                  <a:pt x="748403" y="34809"/>
                </a:lnTo>
                <a:cubicBezTo>
                  <a:pt x="748403" y="54021"/>
                  <a:pt x="732805" y="69619"/>
                  <a:pt x="713593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A3B18A"/>
          </a:solidFill>
        </p:spPr>
      </p:sp>
      <p:sp>
        <p:nvSpPr>
          <p:cNvPr id="62" name="Text 60"/>
          <p:cNvSpPr/>
          <p:nvPr/>
        </p:nvSpPr>
        <p:spPr>
          <a:xfrm>
            <a:off x="11188510" y="4995152"/>
            <a:ext cx="295880" cy="1740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b="1" dirty="0">
                <a:solidFill>
                  <a:srgbClr val="585C4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9/10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408741" y="6272223"/>
            <a:ext cx="5221413" cy="374201"/>
          </a:xfrm>
          <a:custGeom>
            <a:avLst/>
            <a:gdLst/>
            <a:ahLst/>
            <a:cxnLst/>
            <a:rect l="l" t="t" r="r" b="b"/>
            <a:pathLst>
              <a:path w="5221413" h="374201">
                <a:moveTo>
                  <a:pt x="104428" y="0"/>
                </a:moveTo>
                <a:lnTo>
                  <a:pt x="5116985" y="0"/>
                </a:lnTo>
                <a:cubicBezTo>
                  <a:pt x="5174659" y="0"/>
                  <a:pt x="5221413" y="46754"/>
                  <a:pt x="5221413" y="104428"/>
                </a:cubicBezTo>
                <a:lnTo>
                  <a:pt x="5221413" y="269773"/>
                </a:lnTo>
                <a:cubicBezTo>
                  <a:pt x="5221413" y="327447"/>
                  <a:pt x="5174659" y="374201"/>
                  <a:pt x="5116985" y="374201"/>
                </a:cubicBezTo>
                <a:lnTo>
                  <a:pt x="104428" y="374201"/>
                </a:lnTo>
                <a:cubicBezTo>
                  <a:pt x="46754" y="374201"/>
                  <a:pt x="0" y="327447"/>
                  <a:pt x="0" y="269773"/>
                </a:cubicBezTo>
                <a:lnTo>
                  <a:pt x="0" y="104428"/>
                </a:lnTo>
                <a:cubicBezTo>
                  <a:pt x="0" y="46754"/>
                  <a:pt x="46754" y="0"/>
                  <a:pt x="104428" y="0"/>
                </a:cubicBezTo>
                <a:close/>
              </a:path>
            </a:pathLst>
          </a:custGeom>
          <a:solidFill>
            <a:srgbClr val="585C45"/>
          </a:solidFill>
        </p:spPr>
      </p:sp>
      <p:sp>
        <p:nvSpPr>
          <p:cNvPr id="64" name="Text 62"/>
          <p:cNvSpPr/>
          <p:nvPr/>
        </p:nvSpPr>
        <p:spPr>
          <a:xfrm>
            <a:off x="6513169" y="6376651"/>
            <a:ext cx="5073473" cy="1653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60" b="1" dirty="0">
                <a:solidFill>
                  <a:srgbClr val="F8F6F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Suggestion:</a:t>
            </a:r>
            <a:r>
              <a:rPr lang="en-US" sz="960" dirty="0">
                <a:solidFill>
                  <a:srgbClr val="F8F6F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Focus on improving sleep hygiene. Try a consistent bedtime routine.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4757" y="364757"/>
            <a:ext cx="11535438" cy="2188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0" b="1" kern="0" spc="57" dirty="0">
                <a:solidFill>
                  <a:srgbClr val="A3B1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Why Choose ThriveMind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4757" y="656562"/>
            <a:ext cx="11681340" cy="4377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45" b="1" dirty="0">
                <a:solidFill>
                  <a:srgbClr val="585C45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Key Features &amp; Benefits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4757" y="1167222"/>
            <a:ext cx="11553675" cy="2553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5" dirty="0">
                <a:solidFill>
                  <a:srgbClr val="3A3A3A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Designed with user needs at the center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4757" y="1586693"/>
            <a:ext cx="3702283" cy="2535061"/>
          </a:xfrm>
          <a:custGeom>
            <a:avLst/>
            <a:gdLst/>
            <a:ahLst/>
            <a:cxnLst/>
            <a:rect l="l" t="t" r="r" b="b"/>
            <a:pathLst>
              <a:path w="3702283" h="2535061">
                <a:moveTo>
                  <a:pt x="36476" y="0"/>
                </a:moveTo>
                <a:lnTo>
                  <a:pt x="3665807" y="0"/>
                </a:lnTo>
                <a:cubicBezTo>
                  <a:pt x="3685952" y="0"/>
                  <a:pt x="3702283" y="16331"/>
                  <a:pt x="3702283" y="36476"/>
                </a:cubicBezTo>
                <a:lnTo>
                  <a:pt x="3702283" y="2389168"/>
                </a:lnTo>
                <a:cubicBezTo>
                  <a:pt x="3702283" y="2469742"/>
                  <a:pt x="3636964" y="2535061"/>
                  <a:pt x="3556390" y="2535061"/>
                </a:cubicBezTo>
                <a:lnTo>
                  <a:pt x="145893" y="2535061"/>
                </a:lnTo>
                <a:cubicBezTo>
                  <a:pt x="65318" y="2535061"/>
                  <a:pt x="0" y="2469742"/>
                  <a:pt x="0" y="2389168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36784" dist="9118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4757" y="1586693"/>
            <a:ext cx="3702283" cy="36476"/>
          </a:xfrm>
          <a:custGeom>
            <a:avLst/>
            <a:gdLst/>
            <a:ahLst/>
            <a:cxnLst/>
            <a:rect l="l" t="t" r="r" b="b"/>
            <a:pathLst>
              <a:path w="3702283" h="36476">
                <a:moveTo>
                  <a:pt x="36476" y="0"/>
                </a:moveTo>
                <a:lnTo>
                  <a:pt x="3665807" y="0"/>
                </a:lnTo>
                <a:cubicBezTo>
                  <a:pt x="3685952" y="0"/>
                  <a:pt x="3702283" y="16331"/>
                  <a:pt x="3702283" y="36476"/>
                </a:cubicBezTo>
                <a:lnTo>
                  <a:pt x="3702283" y="36476"/>
                </a:lnTo>
                <a:lnTo>
                  <a:pt x="0" y="36476"/>
                </a:ln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A3B18A"/>
          </a:solidFill>
        </p:spPr>
      </p:sp>
      <p:sp>
        <p:nvSpPr>
          <p:cNvPr id="7" name="Shape 5"/>
          <p:cNvSpPr/>
          <p:nvPr/>
        </p:nvSpPr>
        <p:spPr>
          <a:xfrm>
            <a:off x="1849432" y="1823785"/>
            <a:ext cx="729514" cy="729514"/>
          </a:xfrm>
          <a:custGeom>
            <a:avLst/>
            <a:gdLst/>
            <a:ahLst/>
            <a:cxnLst/>
            <a:rect l="l" t="t" r="r" b="b"/>
            <a:pathLst>
              <a:path w="729514" h="729514">
                <a:moveTo>
                  <a:pt x="364757" y="0"/>
                </a:moveTo>
                <a:lnTo>
                  <a:pt x="364757" y="0"/>
                </a:lnTo>
                <a:cubicBezTo>
                  <a:pt x="566072" y="0"/>
                  <a:pt x="729514" y="163442"/>
                  <a:pt x="729514" y="364757"/>
                </a:cubicBezTo>
                <a:lnTo>
                  <a:pt x="729514" y="364757"/>
                </a:lnTo>
                <a:cubicBezTo>
                  <a:pt x="729514" y="566072"/>
                  <a:pt x="566072" y="729514"/>
                  <a:pt x="364757" y="729514"/>
                </a:cubicBezTo>
                <a:lnTo>
                  <a:pt x="364757" y="729514"/>
                </a:lnTo>
                <a:cubicBezTo>
                  <a:pt x="163442" y="729514"/>
                  <a:pt x="0" y="566072"/>
                  <a:pt x="0" y="364757"/>
                </a:cubicBezTo>
                <a:lnTo>
                  <a:pt x="0" y="364757"/>
                </a:lnTo>
                <a:cubicBezTo>
                  <a:pt x="0" y="163442"/>
                  <a:pt x="163442" y="0"/>
                  <a:pt x="364757" y="0"/>
                </a:cubicBezTo>
                <a:close/>
              </a:path>
            </a:pathLst>
          </a:custGeom>
          <a:solidFill>
            <a:srgbClr val="A3B18A"/>
          </a:solidFill>
          <a:effectLst>
            <a:outerShdw blurRad="136784" dist="9118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50048" y="2024401"/>
            <a:ext cx="328281" cy="328281"/>
          </a:xfrm>
          <a:custGeom>
            <a:avLst/>
            <a:gdLst/>
            <a:ahLst/>
            <a:cxnLst/>
            <a:rect l="l" t="t" r="r" b="b"/>
            <a:pathLst>
              <a:path w="328281" h="328281">
                <a:moveTo>
                  <a:pt x="206138" y="44113"/>
                </a:moveTo>
                <a:cubicBezTo>
                  <a:pt x="211010" y="35842"/>
                  <a:pt x="219859" y="30776"/>
                  <a:pt x="229412" y="30776"/>
                </a:cubicBezTo>
                <a:lnTo>
                  <a:pt x="230823" y="30776"/>
                </a:lnTo>
                <a:cubicBezTo>
                  <a:pt x="244993" y="30776"/>
                  <a:pt x="256470" y="42253"/>
                  <a:pt x="256470" y="56423"/>
                </a:cubicBezTo>
                <a:cubicBezTo>
                  <a:pt x="256470" y="70593"/>
                  <a:pt x="244993" y="82070"/>
                  <a:pt x="230823" y="82070"/>
                </a:cubicBezTo>
                <a:lnTo>
                  <a:pt x="183825" y="82070"/>
                </a:lnTo>
                <a:lnTo>
                  <a:pt x="206138" y="44113"/>
                </a:lnTo>
                <a:close/>
                <a:moveTo>
                  <a:pt x="122144" y="44113"/>
                </a:moveTo>
                <a:lnTo>
                  <a:pt x="144457" y="82070"/>
                </a:lnTo>
                <a:lnTo>
                  <a:pt x="97458" y="82070"/>
                </a:lnTo>
                <a:cubicBezTo>
                  <a:pt x="83289" y="82070"/>
                  <a:pt x="71812" y="70593"/>
                  <a:pt x="71812" y="56423"/>
                </a:cubicBezTo>
                <a:cubicBezTo>
                  <a:pt x="71812" y="42253"/>
                  <a:pt x="83289" y="30776"/>
                  <a:pt x="97458" y="30776"/>
                </a:cubicBezTo>
                <a:lnTo>
                  <a:pt x="98869" y="30776"/>
                </a:lnTo>
                <a:cubicBezTo>
                  <a:pt x="108423" y="30776"/>
                  <a:pt x="117335" y="35842"/>
                  <a:pt x="122144" y="44113"/>
                </a:cubicBezTo>
                <a:close/>
                <a:moveTo>
                  <a:pt x="179593" y="28532"/>
                </a:moveTo>
                <a:lnTo>
                  <a:pt x="164141" y="54820"/>
                </a:lnTo>
                <a:lnTo>
                  <a:pt x="148688" y="28532"/>
                </a:lnTo>
                <a:cubicBezTo>
                  <a:pt x="138301" y="10836"/>
                  <a:pt x="119323" y="0"/>
                  <a:pt x="98869" y="0"/>
                </a:cubicBezTo>
                <a:lnTo>
                  <a:pt x="97458" y="0"/>
                </a:lnTo>
                <a:cubicBezTo>
                  <a:pt x="66297" y="0"/>
                  <a:pt x="41035" y="25262"/>
                  <a:pt x="41035" y="56423"/>
                </a:cubicBezTo>
                <a:cubicBezTo>
                  <a:pt x="41035" y="65656"/>
                  <a:pt x="43279" y="74376"/>
                  <a:pt x="47190" y="82070"/>
                </a:cubicBezTo>
                <a:lnTo>
                  <a:pt x="20518" y="82070"/>
                </a:lnTo>
                <a:cubicBezTo>
                  <a:pt x="9169" y="82070"/>
                  <a:pt x="0" y="91239"/>
                  <a:pt x="0" y="102588"/>
                </a:cubicBezTo>
                <a:lnTo>
                  <a:pt x="0" y="123105"/>
                </a:lnTo>
                <a:cubicBezTo>
                  <a:pt x="0" y="134454"/>
                  <a:pt x="9169" y="143623"/>
                  <a:pt x="20518" y="143623"/>
                </a:cubicBezTo>
                <a:lnTo>
                  <a:pt x="307764" y="143623"/>
                </a:lnTo>
                <a:cubicBezTo>
                  <a:pt x="319112" y="143623"/>
                  <a:pt x="328281" y="134454"/>
                  <a:pt x="328281" y="123105"/>
                </a:cubicBezTo>
                <a:lnTo>
                  <a:pt x="328281" y="102588"/>
                </a:lnTo>
                <a:cubicBezTo>
                  <a:pt x="328281" y="91239"/>
                  <a:pt x="319112" y="82070"/>
                  <a:pt x="307764" y="82070"/>
                </a:cubicBezTo>
                <a:lnTo>
                  <a:pt x="281091" y="82070"/>
                </a:lnTo>
                <a:cubicBezTo>
                  <a:pt x="285002" y="74376"/>
                  <a:pt x="287246" y="65656"/>
                  <a:pt x="287246" y="56423"/>
                </a:cubicBezTo>
                <a:cubicBezTo>
                  <a:pt x="287246" y="25262"/>
                  <a:pt x="261984" y="0"/>
                  <a:pt x="230823" y="0"/>
                </a:cubicBezTo>
                <a:lnTo>
                  <a:pt x="229412" y="0"/>
                </a:lnTo>
                <a:cubicBezTo>
                  <a:pt x="208959" y="0"/>
                  <a:pt x="189980" y="10836"/>
                  <a:pt x="179593" y="28468"/>
                </a:cubicBezTo>
                <a:close/>
                <a:moveTo>
                  <a:pt x="307764" y="174399"/>
                </a:moveTo>
                <a:lnTo>
                  <a:pt x="179529" y="174399"/>
                </a:lnTo>
                <a:lnTo>
                  <a:pt x="179529" y="307764"/>
                </a:lnTo>
                <a:lnTo>
                  <a:pt x="266728" y="307764"/>
                </a:lnTo>
                <a:cubicBezTo>
                  <a:pt x="289362" y="307764"/>
                  <a:pt x="307764" y="289362"/>
                  <a:pt x="307764" y="266728"/>
                </a:cubicBezTo>
                <a:lnTo>
                  <a:pt x="307764" y="174399"/>
                </a:lnTo>
                <a:close/>
                <a:moveTo>
                  <a:pt x="148752" y="174399"/>
                </a:moveTo>
                <a:lnTo>
                  <a:pt x="20518" y="174399"/>
                </a:lnTo>
                <a:lnTo>
                  <a:pt x="20518" y="266728"/>
                </a:lnTo>
                <a:cubicBezTo>
                  <a:pt x="20518" y="289362"/>
                  <a:pt x="38919" y="307764"/>
                  <a:pt x="61553" y="307764"/>
                </a:cubicBezTo>
                <a:lnTo>
                  <a:pt x="148752" y="307764"/>
                </a:lnTo>
                <a:lnTo>
                  <a:pt x="148752" y="174399"/>
                </a:lnTo>
                <a:close/>
              </a:path>
            </a:pathLst>
          </a:custGeom>
          <a:solidFill>
            <a:srgbClr val="F8F6F2"/>
          </a:solidFill>
        </p:spPr>
      </p:sp>
      <p:sp>
        <p:nvSpPr>
          <p:cNvPr id="9" name="Text 7"/>
          <p:cNvSpPr/>
          <p:nvPr/>
        </p:nvSpPr>
        <p:spPr>
          <a:xfrm>
            <a:off x="1436135" y="2699201"/>
            <a:ext cx="1559336" cy="2918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25" b="1" dirty="0">
                <a:solidFill>
                  <a:srgbClr val="585C45"/>
                </a:solidFill>
                <a:latin typeface="Unna" panose="02040503070705020203" pitchFamily="34" charset="0"/>
                <a:ea typeface="Unna" panose="02040503070705020203" pitchFamily="34" charset="-122"/>
                <a:cs typeface="Unna" panose="02040503070705020203" pitchFamily="34" charset="-120"/>
              </a:rPr>
              <a:t>Completely Free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2576" y="3100434"/>
            <a:ext cx="3346645" cy="8024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90" dirty="0">
                <a:solidFill>
                  <a:srgbClr val="3A3A3A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No cost, no subscriptions, no hidden fees. Mental health assessment accessible to everyone regardless of financial situation.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45999" y="1586693"/>
            <a:ext cx="3702283" cy="2535061"/>
          </a:xfrm>
          <a:custGeom>
            <a:avLst/>
            <a:gdLst/>
            <a:ahLst/>
            <a:cxnLst/>
            <a:rect l="l" t="t" r="r" b="b"/>
            <a:pathLst>
              <a:path w="3702283" h="2535061">
                <a:moveTo>
                  <a:pt x="36476" y="0"/>
                </a:moveTo>
                <a:lnTo>
                  <a:pt x="3665807" y="0"/>
                </a:lnTo>
                <a:cubicBezTo>
                  <a:pt x="3685952" y="0"/>
                  <a:pt x="3702283" y="16331"/>
                  <a:pt x="3702283" y="36476"/>
                </a:cubicBezTo>
                <a:lnTo>
                  <a:pt x="3702283" y="2389168"/>
                </a:lnTo>
                <a:cubicBezTo>
                  <a:pt x="3702283" y="2469742"/>
                  <a:pt x="3636964" y="2535061"/>
                  <a:pt x="3556390" y="2535061"/>
                </a:cubicBezTo>
                <a:lnTo>
                  <a:pt x="145893" y="2535061"/>
                </a:lnTo>
                <a:cubicBezTo>
                  <a:pt x="65318" y="2535061"/>
                  <a:pt x="0" y="2469742"/>
                  <a:pt x="0" y="2389168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36784" dist="9118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45999" y="1586693"/>
            <a:ext cx="3702283" cy="36476"/>
          </a:xfrm>
          <a:custGeom>
            <a:avLst/>
            <a:gdLst/>
            <a:ahLst/>
            <a:cxnLst/>
            <a:rect l="l" t="t" r="r" b="b"/>
            <a:pathLst>
              <a:path w="3702283" h="36476">
                <a:moveTo>
                  <a:pt x="36476" y="0"/>
                </a:moveTo>
                <a:lnTo>
                  <a:pt x="3665807" y="0"/>
                </a:lnTo>
                <a:cubicBezTo>
                  <a:pt x="3685952" y="0"/>
                  <a:pt x="3702283" y="16331"/>
                  <a:pt x="3702283" y="36476"/>
                </a:cubicBezTo>
                <a:lnTo>
                  <a:pt x="3702283" y="36476"/>
                </a:lnTo>
                <a:lnTo>
                  <a:pt x="0" y="36476"/>
                </a:ln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13" name="Shape 11"/>
          <p:cNvSpPr/>
          <p:nvPr/>
        </p:nvSpPr>
        <p:spPr>
          <a:xfrm>
            <a:off x="5730673" y="1823785"/>
            <a:ext cx="729514" cy="729514"/>
          </a:xfrm>
          <a:custGeom>
            <a:avLst/>
            <a:gdLst/>
            <a:ahLst/>
            <a:cxnLst/>
            <a:rect l="l" t="t" r="r" b="b"/>
            <a:pathLst>
              <a:path w="729514" h="729514">
                <a:moveTo>
                  <a:pt x="364757" y="0"/>
                </a:moveTo>
                <a:lnTo>
                  <a:pt x="364757" y="0"/>
                </a:lnTo>
                <a:cubicBezTo>
                  <a:pt x="566072" y="0"/>
                  <a:pt x="729514" y="163442"/>
                  <a:pt x="729514" y="364757"/>
                </a:cubicBezTo>
                <a:lnTo>
                  <a:pt x="729514" y="364757"/>
                </a:lnTo>
                <a:cubicBezTo>
                  <a:pt x="729514" y="566072"/>
                  <a:pt x="566072" y="729514"/>
                  <a:pt x="364757" y="729514"/>
                </a:cubicBezTo>
                <a:lnTo>
                  <a:pt x="364757" y="729514"/>
                </a:lnTo>
                <a:cubicBezTo>
                  <a:pt x="163442" y="729514"/>
                  <a:pt x="0" y="566072"/>
                  <a:pt x="0" y="364757"/>
                </a:cubicBezTo>
                <a:lnTo>
                  <a:pt x="0" y="364757"/>
                </a:lnTo>
                <a:cubicBezTo>
                  <a:pt x="0" y="163442"/>
                  <a:pt x="163442" y="0"/>
                  <a:pt x="364757" y="0"/>
                </a:cubicBezTo>
                <a:close/>
              </a:path>
            </a:pathLst>
          </a:custGeom>
          <a:solidFill>
            <a:srgbClr val="D4A373"/>
          </a:solidFill>
          <a:effectLst>
            <a:outerShdw blurRad="136784" dist="9118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51807" y="2024401"/>
            <a:ext cx="287246" cy="328281"/>
          </a:xfrm>
          <a:custGeom>
            <a:avLst/>
            <a:gdLst/>
            <a:ahLst/>
            <a:cxnLst/>
            <a:rect l="l" t="t" r="r" b="b"/>
            <a:pathLst>
              <a:path w="287246" h="328281">
                <a:moveTo>
                  <a:pt x="109641" y="-10259"/>
                </a:moveTo>
                <a:cubicBezTo>
                  <a:pt x="86302" y="-10259"/>
                  <a:pt x="72581" y="27122"/>
                  <a:pt x="65849" y="61553"/>
                </a:cubicBezTo>
                <a:lnTo>
                  <a:pt x="46165" y="61553"/>
                </a:lnTo>
                <a:cubicBezTo>
                  <a:pt x="37637" y="61553"/>
                  <a:pt x="30776" y="68413"/>
                  <a:pt x="30776" y="76941"/>
                </a:cubicBezTo>
                <a:cubicBezTo>
                  <a:pt x="30776" y="85469"/>
                  <a:pt x="37637" y="92329"/>
                  <a:pt x="46165" y="92329"/>
                </a:cubicBezTo>
                <a:lnTo>
                  <a:pt x="61553" y="92329"/>
                </a:lnTo>
                <a:lnTo>
                  <a:pt x="61553" y="112847"/>
                </a:lnTo>
                <a:cubicBezTo>
                  <a:pt x="61553" y="123747"/>
                  <a:pt x="63669" y="134134"/>
                  <a:pt x="67516" y="143623"/>
                </a:cubicBezTo>
                <a:lnTo>
                  <a:pt x="61553" y="143623"/>
                </a:lnTo>
                <a:lnTo>
                  <a:pt x="61553" y="143623"/>
                </a:lnTo>
                <a:lnTo>
                  <a:pt x="48409" y="143623"/>
                </a:lnTo>
                <a:cubicBezTo>
                  <a:pt x="38663" y="143623"/>
                  <a:pt x="30776" y="151509"/>
                  <a:pt x="30776" y="161255"/>
                </a:cubicBezTo>
                <a:cubicBezTo>
                  <a:pt x="30776" y="163179"/>
                  <a:pt x="31097" y="165038"/>
                  <a:pt x="31674" y="166834"/>
                </a:cubicBezTo>
                <a:lnTo>
                  <a:pt x="50204" y="222359"/>
                </a:lnTo>
                <a:cubicBezTo>
                  <a:pt x="25775" y="243390"/>
                  <a:pt x="10259" y="274487"/>
                  <a:pt x="10259" y="309238"/>
                </a:cubicBezTo>
                <a:cubicBezTo>
                  <a:pt x="10259" y="319754"/>
                  <a:pt x="18786" y="328281"/>
                  <a:pt x="29302" y="328281"/>
                </a:cubicBezTo>
                <a:lnTo>
                  <a:pt x="257944" y="328281"/>
                </a:lnTo>
                <a:cubicBezTo>
                  <a:pt x="268460" y="328281"/>
                  <a:pt x="276987" y="319754"/>
                  <a:pt x="276987" y="309238"/>
                </a:cubicBezTo>
                <a:cubicBezTo>
                  <a:pt x="276987" y="274487"/>
                  <a:pt x="261471" y="243390"/>
                  <a:pt x="237042" y="222423"/>
                </a:cubicBezTo>
                <a:lnTo>
                  <a:pt x="255572" y="166898"/>
                </a:lnTo>
                <a:cubicBezTo>
                  <a:pt x="256149" y="165102"/>
                  <a:pt x="256470" y="163243"/>
                  <a:pt x="256470" y="161319"/>
                </a:cubicBezTo>
                <a:cubicBezTo>
                  <a:pt x="256470" y="151574"/>
                  <a:pt x="248583" y="143687"/>
                  <a:pt x="238837" y="143687"/>
                </a:cubicBezTo>
                <a:lnTo>
                  <a:pt x="225693" y="143687"/>
                </a:lnTo>
                <a:lnTo>
                  <a:pt x="225693" y="143687"/>
                </a:lnTo>
                <a:lnTo>
                  <a:pt x="219730" y="143687"/>
                </a:lnTo>
                <a:cubicBezTo>
                  <a:pt x="223577" y="134198"/>
                  <a:pt x="225693" y="123811"/>
                  <a:pt x="225693" y="112911"/>
                </a:cubicBezTo>
                <a:lnTo>
                  <a:pt x="225693" y="92393"/>
                </a:lnTo>
                <a:lnTo>
                  <a:pt x="241082" y="92393"/>
                </a:lnTo>
                <a:cubicBezTo>
                  <a:pt x="249609" y="92393"/>
                  <a:pt x="256470" y="85533"/>
                  <a:pt x="256470" y="77005"/>
                </a:cubicBezTo>
                <a:cubicBezTo>
                  <a:pt x="256470" y="68477"/>
                  <a:pt x="249609" y="61617"/>
                  <a:pt x="241082" y="61617"/>
                </a:cubicBezTo>
                <a:lnTo>
                  <a:pt x="221397" y="61617"/>
                </a:lnTo>
                <a:cubicBezTo>
                  <a:pt x="214729" y="27186"/>
                  <a:pt x="200944" y="-10195"/>
                  <a:pt x="177605" y="-10195"/>
                </a:cubicBezTo>
                <a:cubicBezTo>
                  <a:pt x="171450" y="-10195"/>
                  <a:pt x="165423" y="-7694"/>
                  <a:pt x="159973" y="-4937"/>
                </a:cubicBezTo>
                <a:cubicBezTo>
                  <a:pt x="154715" y="-2308"/>
                  <a:pt x="148175" y="64"/>
                  <a:pt x="143623" y="64"/>
                </a:cubicBezTo>
                <a:cubicBezTo>
                  <a:pt x="139071" y="64"/>
                  <a:pt x="132531" y="-2308"/>
                  <a:pt x="127273" y="-4937"/>
                </a:cubicBezTo>
                <a:cubicBezTo>
                  <a:pt x="121823" y="-7758"/>
                  <a:pt x="115796" y="-10259"/>
                  <a:pt x="109641" y="-10259"/>
                </a:cubicBezTo>
                <a:close/>
                <a:moveTo>
                  <a:pt x="169719" y="300326"/>
                </a:moveTo>
                <a:lnTo>
                  <a:pt x="153818" y="254867"/>
                </a:lnTo>
                <a:lnTo>
                  <a:pt x="171706" y="234029"/>
                </a:lnTo>
                <a:cubicBezTo>
                  <a:pt x="173438" y="231977"/>
                  <a:pt x="174399" y="229412"/>
                  <a:pt x="174399" y="226719"/>
                </a:cubicBezTo>
                <a:cubicBezTo>
                  <a:pt x="174399" y="220500"/>
                  <a:pt x="169398" y="215499"/>
                  <a:pt x="163179" y="215499"/>
                </a:cubicBezTo>
                <a:lnTo>
                  <a:pt x="124067" y="215499"/>
                </a:lnTo>
                <a:cubicBezTo>
                  <a:pt x="117848" y="215499"/>
                  <a:pt x="112847" y="220500"/>
                  <a:pt x="112847" y="226719"/>
                </a:cubicBezTo>
                <a:cubicBezTo>
                  <a:pt x="112847" y="229412"/>
                  <a:pt x="113808" y="231977"/>
                  <a:pt x="115540" y="234029"/>
                </a:cubicBezTo>
                <a:lnTo>
                  <a:pt x="133428" y="254867"/>
                </a:lnTo>
                <a:lnTo>
                  <a:pt x="117527" y="300326"/>
                </a:lnTo>
                <a:lnTo>
                  <a:pt x="80980" y="184658"/>
                </a:lnTo>
                <a:lnTo>
                  <a:pt x="103870" y="184658"/>
                </a:lnTo>
                <a:cubicBezTo>
                  <a:pt x="115668" y="191198"/>
                  <a:pt x="129197" y="194917"/>
                  <a:pt x="143623" y="194917"/>
                </a:cubicBezTo>
                <a:cubicBezTo>
                  <a:pt x="158049" y="194917"/>
                  <a:pt x="171578" y="191198"/>
                  <a:pt x="183376" y="184658"/>
                </a:cubicBezTo>
                <a:lnTo>
                  <a:pt x="206266" y="184658"/>
                </a:lnTo>
                <a:lnTo>
                  <a:pt x="169719" y="300326"/>
                </a:lnTo>
                <a:close/>
                <a:moveTo>
                  <a:pt x="143623" y="164141"/>
                </a:moveTo>
                <a:cubicBezTo>
                  <a:pt x="121374" y="164141"/>
                  <a:pt x="102460" y="149971"/>
                  <a:pt x="95343" y="130158"/>
                </a:cubicBezTo>
                <a:cubicBezTo>
                  <a:pt x="98997" y="132210"/>
                  <a:pt x="103229" y="133364"/>
                  <a:pt x="107717" y="133364"/>
                </a:cubicBezTo>
                <a:lnTo>
                  <a:pt x="115668" y="133364"/>
                </a:lnTo>
                <a:cubicBezTo>
                  <a:pt x="126247" y="133364"/>
                  <a:pt x="135608" y="126568"/>
                  <a:pt x="138942" y="116565"/>
                </a:cubicBezTo>
                <a:cubicBezTo>
                  <a:pt x="140417" y="112077"/>
                  <a:pt x="146765" y="112077"/>
                  <a:pt x="148239" y="116565"/>
                </a:cubicBezTo>
                <a:cubicBezTo>
                  <a:pt x="151574" y="126568"/>
                  <a:pt x="160999" y="133364"/>
                  <a:pt x="171514" y="133364"/>
                </a:cubicBezTo>
                <a:lnTo>
                  <a:pt x="179465" y="133364"/>
                </a:lnTo>
                <a:cubicBezTo>
                  <a:pt x="183953" y="133364"/>
                  <a:pt x="188185" y="132210"/>
                  <a:pt x="191839" y="130158"/>
                </a:cubicBezTo>
                <a:cubicBezTo>
                  <a:pt x="184722" y="149971"/>
                  <a:pt x="165808" y="164141"/>
                  <a:pt x="143559" y="164141"/>
                </a:cubicBezTo>
                <a:close/>
              </a:path>
            </a:pathLst>
          </a:custGeom>
          <a:solidFill>
            <a:srgbClr val="F8F6F2"/>
          </a:solidFill>
        </p:spPr>
      </p:sp>
      <p:sp>
        <p:nvSpPr>
          <p:cNvPr id="15" name="Text 13"/>
          <p:cNvSpPr/>
          <p:nvPr/>
        </p:nvSpPr>
        <p:spPr>
          <a:xfrm>
            <a:off x="5485697" y="2699201"/>
            <a:ext cx="1221936" cy="2918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25" b="1" dirty="0">
                <a:solidFill>
                  <a:srgbClr val="585C45"/>
                </a:solidFill>
                <a:latin typeface="Unna" panose="02040503070705020203" pitchFamily="34" charset="0"/>
                <a:ea typeface="Unna" panose="02040503070705020203" pitchFamily="34" charset="-122"/>
                <a:cs typeface="Unna" panose="02040503070705020203" pitchFamily="34" charset="-120"/>
              </a:rPr>
              <a:t>100% Private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23818" y="3100434"/>
            <a:ext cx="3346645" cy="8024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90" dirty="0">
                <a:solidFill>
                  <a:srgbClr val="3A3A3A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No data stored, no tracking, complete anonymity. Your responses are processed in real-time and never saved anywhere.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27240" y="1586693"/>
            <a:ext cx="3702283" cy="2535061"/>
          </a:xfrm>
          <a:custGeom>
            <a:avLst/>
            <a:gdLst/>
            <a:ahLst/>
            <a:cxnLst/>
            <a:rect l="l" t="t" r="r" b="b"/>
            <a:pathLst>
              <a:path w="3702283" h="2535061">
                <a:moveTo>
                  <a:pt x="36476" y="0"/>
                </a:moveTo>
                <a:lnTo>
                  <a:pt x="3665807" y="0"/>
                </a:lnTo>
                <a:cubicBezTo>
                  <a:pt x="3685952" y="0"/>
                  <a:pt x="3702283" y="16331"/>
                  <a:pt x="3702283" y="36476"/>
                </a:cubicBezTo>
                <a:lnTo>
                  <a:pt x="3702283" y="2389168"/>
                </a:lnTo>
                <a:cubicBezTo>
                  <a:pt x="3702283" y="2469742"/>
                  <a:pt x="3636964" y="2535061"/>
                  <a:pt x="3556390" y="2535061"/>
                </a:cubicBezTo>
                <a:lnTo>
                  <a:pt x="145893" y="2535061"/>
                </a:lnTo>
                <a:cubicBezTo>
                  <a:pt x="65318" y="2535061"/>
                  <a:pt x="0" y="2469742"/>
                  <a:pt x="0" y="2389168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36784" dist="9118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27240" y="1586693"/>
            <a:ext cx="3702283" cy="36476"/>
          </a:xfrm>
          <a:custGeom>
            <a:avLst/>
            <a:gdLst/>
            <a:ahLst/>
            <a:cxnLst/>
            <a:rect l="l" t="t" r="r" b="b"/>
            <a:pathLst>
              <a:path w="3702283" h="36476">
                <a:moveTo>
                  <a:pt x="36476" y="0"/>
                </a:moveTo>
                <a:lnTo>
                  <a:pt x="3665807" y="0"/>
                </a:lnTo>
                <a:cubicBezTo>
                  <a:pt x="3685952" y="0"/>
                  <a:pt x="3702283" y="16331"/>
                  <a:pt x="3702283" y="36476"/>
                </a:cubicBezTo>
                <a:lnTo>
                  <a:pt x="3702283" y="36476"/>
                </a:lnTo>
                <a:lnTo>
                  <a:pt x="0" y="36476"/>
                </a:ln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585C45"/>
          </a:solidFill>
        </p:spPr>
      </p:sp>
      <p:sp>
        <p:nvSpPr>
          <p:cNvPr id="19" name="Shape 17"/>
          <p:cNvSpPr/>
          <p:nvPr/>
        </p:nvSpPr>
        <p:spPr>
          <a:xfrm>
            <a:off x="9611915" y="1823785"/>
            <a:ext cx="729514" cy="729514"/>
          </a:xfrm>
          <a:custGeom>
            <a:avLst/>
            <a:gdLst/>
            <a:ahLst/>
            <a:cxnLst/>
            <a:rect l="l" t="t" r="r" b="b"/>
            <a:pathLst>
              <a:path w="729514" h="729514">
                <a:moveTo>
                  <a:pt x="364757" y="0"/>
                </a:moveTo>
                <a:lnTo>
                  <a:pt x="364757" y="0"/>
                </a:lnTo>
                <a:cubicBezTo>
                  <a:pt x="566072" y="0"/>
                  <a:pt x="729514" y="163442"/>
                  <a:pt x="729514" y="364757"/>
                </a:cubicBezTo>
                <a:lnTo>
                  <a:pt x="729514" y="364757"/>
                </a:lnTo>
                <a:cubicBezTo>
                  <a:pt x="729514" y="566072"/>
                  <a:pt x="566072" y="729514"/>
                  <a:pt x="364757" y="729514"/>
                </a:cubicBezTo>
                <a:lnTo>
                  <a:pt x="364757" y="729514"/>
                </a:lnTo>
                <a:cubicBezTo>
                  <a:pt x="163442" y="729514"/>
                  <a:pt x="0" y="566072"/>
                  <a:pt x="0" y="364757"/>
                </a:cubicBezTo>
                <a:lnTo>
                  <a:pt x="0" y="364757"/>
                </a:lnTo>
                <a:cubicBezTo>
                  <a:pt x="0" y="163442"/>
                  <a:pt x="163442" y="0"/>
                  <a:pt x="364757" y="0"/>
                </a:cubicBezTo>
                <a:close/>
              </a:path>
            </a:pathLst>
          </a:custGeom>
          <a:solidFill>
            <a:srgbClr val="585C45"/>
          </a:solidFill>
          <a:effectLst>
            <a:outerShdw blurRad="136784" dist="9118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853566" y="2024401"/>
            <a:ext cx="246211" cy="328281"/>
          </a:xfrm>
          <a:custGeom>
            <a:avLst/>
            <a:gdLst/>
            <a:ahLst/>
            <a:cxnLst/>
            <a:rect l="l" t="t" r="r" b="b"/>
            <a:pathLst>
              <a:path w="246211" h="328281">
                <a:moveTo>
                  <a:pt x="10259" y="41035"/>
                </a:moveTo>
                <a:cubicBezTo>
                  <a:pt x="10259" y="18402"/>
                  <a:pt x="28660" y="0"/>
                  <a:pt x="51294" y="0"/>
                </a:cubicBezTo>
                <a:lnTo>
                  <a:pt x="194917" y="0"/>
                </a:lnTo>
                <a:cubicBezTo>
                  <a:pt x="217550" y="0"/>
                  <a:pt x="235952" y="18402"/>
                  <a:pt x="235952" y="41035"/>
                </a:cubicBezTo>
                <a:lnTo>
                  <a:pt x="235952" y="287246"/>
                </a:lnTo>
                <a:cubicBezTo>
                  <a:pt x="235952" y="309880"/>
                  <a:pt x="217550" y="328281"/>
                  <a:pt x="194917" y="328281"/>
                </a:cubicBezTo>
                <a:lnTo>
                  <a:pt x="51294" y="328281"/>
                </a:lnTo>
                <a:cubicBezTo>
                  <a:pt x="28660" y="328281"/>
                  <a:pt x="10259" y="309880"/>
                  <a:pt x="10259" y="287246"/>
                </a:cubicBezTo>
                <a:lnTo>
                  <a:pt x="10259" y="41035"/>
                </a:lnTo>
                <a:close/>
                <a:moveTo>
                  <a:pt x="51294" y="41035"/>
                </a:moveTo>
                <a:lnTo>
                  <a:pt x="51294" y="235952"/>
                </a:lnTo>
                <a:lnTo>
                  <a:pt x="194917" y="235952"/>
                </a:lnTo>
                <a:lnTo>
                  <a:pt x="194917" y="41035"/>
                </a:lnTo>
                <a:lnTo>
                  <a:pt x="51294" y="41035"/>
                </a:lnTo>
                <a:close/>
                <a:moveTo>
                  <a:pt x="123105" y="302634"/>
                </a:moveTo>
                <a:cubicBezTo>
                  <a:pt x="134454" y="302634"/>
                  <a:pt x="143623" y="293465"/>
                  <a:pt x="143623" y="282117"/>
                </a:cubicBezTo>
                <a:cubicBezTo>
                  <a:pt x="143623" y="270768"/>
                  <a:pt x="134454" y="261599"/>
                  <a:pt x="123105" y="261599"/>
                </a:cubicBezTo>
                <a:cubicBezTo>
                  <a:pt x="111757" y="261599"/>
                  <a:pt x="102588" y="270768"/>
                  <a:pt x="102588" y="282117"/>
                </a:cubicBezTo>
                <a:cubicBezTo>
                  <a:pt x="102588" y="293465"/>
                  <a:pt x="111757" y="302634"/>
                  <a:pt x="123105" y="302634"/>
                </a:cubicBezTo>
                <a:close/>
              </a:path>
            </a:pathLst>
          </a:custGeom>
          <a:solidFill>
            <a:srgbClr val="F8F6F2"/>
          </a:solidFill>
        </p:spPr>
      </p:sp>
      <p:sp>
        <p:nvSpPr>
          <p:cNvPr id="21" name="Text 19"/>
          <p:cNvSpPr/>
          <p:nvPr/>
        </p:nvSpPr>
        <p:spPr>
          <a:xfrm>
            <a:off x="9181616" y="2699201"/>
            <a:ext cx="1586693" cy="2918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25" b="1" dirty="0">
                <a:solidFill>
                  <a:srgbClr val="585C45"/>
                </a:solidFill>
                <a:latin typeface="Unna" panose="02040503070705020203" pitchFamily="34" charset="0"/>
                <a:ea typeface="Unna" panose="02040503070705020203" pitchFamily="34" charset="-122"/>
                <a:cs typeface="Unna" panose="02040503070705020203" pitchFamily="34" charset="-120"/>
              </a:rPr>
              <a:t>Universal Access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05059" y="3100434"/>
            <a:ext cx="3346645" cy="8024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90" dirty="0">
                <a:solidFill>
                  <a:srgbClr val="3A3A3A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Works on any device, any browser, any operating system. Desktop, tablet, or mobile - experience remains seamless.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4757" y="4320090"/>
            <a:ext cx="3702283" cy="2535061"/>
          </a:xfrm>
          <a:custGeom>
            <a:avLst/>
            <a:gdLst/>
            <a:ahLst/>
            <a:cxnLst/>
            <a:rect l="l" t="t" r="r" b="b"/>
            <a:pathLst>
              <a:path w="3702283" h="2535061">
                <a:moveTo>
                  <a:pt x="36476" y="0"/>
                </a:moveTo>
                <a:lnTo>
                  <a:pt x="3665807" y="0"/>
                </a:lnTo>
                <a:cubicBezTo>
                  <a:pt x="3685952" y="0"/>
                  <a:pt x="3702283" y="16331"/>
                  <a:pt x="3702283" y="36476"/>
                </a:cubicBezTo>
                <a:lnTo>
                  <a:pt x="3702283" y="2389168"/>
                </a:lnTo>
                <a:cubicBezTo>
                  <a:pt x="3702283" y="2469742"/>
                  <a:pt x="3636964" y="2535061"/>
                  <a:pt x="3556390" y="2535061"/>
                </a:cubicBezTo>
                <a:lnTo>
                  <a:pt x="145893" y="2535061"/>
                </a:lnTo>
                <a:cubicBezTo>
                  <a:pt x="65318" y="2535061"/>
                  <a:pt x="0" y="2469742"/>
                  <a:pt x="0" y="2389168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36784" dist="9118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4757" y="4320090"/>
            <a:ext cx="3702283" cy="36476"/>
          </a:xfrm>
          <a:custGeom>
            <a:avLst/>
            <a:gdLst/>
            <a:ahLst/>
            <a:cxnLst/>
            <a:rect l="l" t="t" r="r" b="b"/>
            <a:pathLst>
              <a:path w="3702283" h="36476">
                <a:moveTo>
                  <a:pt x="36476" y="0"/>
                </a:moveTo>
                <a:lnTo>
                  <a:pt x="3665807" y="0"/>
                </a:lnTo>
                <a:cubicBezTo>
                  <a:pt x="3685952" y="0"/>
                  <a:pt x="3702283" y="16331"/>
                  <a:pt x="3702283" y="36476"/>
                </a:cubicBezTo>
                <a:lnTo>
                  <a:pt x="3702283" y="36476"/>
                </a:lnTo>
                <a:lnTo>
                  <a:pt x="0" y="36476"/>
                </a:ln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A3B18A"/>
          </a:solidFill>
        </p:spPr>
      </p:sp>
      <p:sp>
        <p:nvSpPr>
          <p:cNvPr id="25" name="Shape 23"/>
          <p:cNvSpPr/>
          <p:nvPr/>
        </p:nvSpPr>
        <p:spPr>
          <a:xfrm>
            <a:off x="1849432" y="4557182"/>
            <a:ext cx="729514" cy="729514"/>
          </a:xfrm>
          <a:custGeom>
            <a:avLst/>
            <a:gdLst/>
            <a:ahLst/>
            <a:cxnLst/>
            <a:rect l="l" t="t" r="r" b="b"/>
            <a:pathLst>
              <a:path w="729514" h="729514">
                <a:moveTo>
                  <a:pt x="364757" y="0"/>
                </a:moveTo>
                <a:lnTo>
                  <a:pt x="364757" y="0"/>
                </a:lnTo>
                <a:cubicBezTo>
                  <a:pt x="566072" y="0"/>
                  <a:pt x="729514" y="163442"/>
                  <a:pt x="729514" y="364757"/>
                </a:cubicBezTo>
                <a:lnTo>
                  <a:pt x="729514" y="364757"/>
                </a:lnTo>
                <a:cubicBezTo>
                  <a:pt x="729514" y="566072"/>
                  <a:pt x="566072" y="729514"/>
                  <a:pt x="364757" y="729514"/>
                </a:cubicBezTo>
                <a:lnTo>
                  <a:pt x="364757" y="729514"/>
                </a:lnTo>
                <a:cubicBezTo>
                  <a:pt x="163442" y="729514"/>
                  <a:pt x="0" y="566072"/>
                  <a:pt x="0" y="364757"/>
                </a:cubicBezTo>
                <a:lnTo>
                  <a:pt x="0" y="364757"/>
                </a:lnTo>
                <a:cubicBezTo>
                  <a:pt x="0" y="163442"/>
                  <a:pt x="163442" y="0"/>
                  <a:pt x="364757" y="0"/>
                </a:cubicBezTo>
                <a:close/>
              </a:path>
            </a:pathLst>
          </a:custGeom>
          <a:solidFill>
            <a:srgbClr val="A3B18A"/>
          </a:solidFill>
          <a:effectLst>
            <a:outerShdw blurRad="136784" dist="9118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070565" y="4757798"/>
            <a:ext cx="287246" cy="328281"/>
          </a:xfrm>
          <a:custGeom>
            <a:avLst/>
            <a:gdLst/>
            <a:ahLst/>
            <a:cxnLst/>
            <a:rect l="l" t="t" r="r" b="b"/>
            <a:pathLst>
              <a:path w="287246" h="328281">
                <a:moveTo>
                  <a:pt x="184658" y="41035"/>
                </a:moveTo>
                <a:lnTo>
                  <a:pt x="225693" y="41035"/>
                </a:lnTo>
                <a:lnTo>
                  <a:pt x="225693" y="307764"/>
                </a:lnTo>
                <a:cubicBezTo>
                  <a:pt x="225693" y="319112"/>
                  <a:pt x="234862" y="328281"/>
                  <a:pt x="246211" y="328281"/>
                </a:cubicBezTo>
                <a:lnTo>
                  <a:pt x="266728" y="328281"/>
                </a:lnTo>
                <a:cubicBezTo>
                  <a:pt x="278077" y="328281"/>
                  <a:pt x="287246" y="319112"/>
                  <a:pt x="287246" y="307764"/>
                </a:cubicBezTo>
                <a:cubicBezTo>
                  <a:pt x="287246" y="296415"/>
                  <a:pt x="278077" y="287246"/>
                  <a:pt x="266728" y="287246"/>
                </a:cubicBezTo>
                <a:lnTo>
                  <a:pt x="266728" y="41035"/>
                </a:lnTo>
                <a:cubicBezTo>
                  <a:pt x="266728" y="18402"/>
                  <a:pt x="248327" y="0"/>
                  <a:pt x="225693" y="0"/>
                </a:cubicBezTo>
                <a:lnTo>
                  <a:pt x="164141" y="0"/>
                </a:lnTo>
                <a:lnTo>
                  <a:pt x="164141" y="0"/>
                </a:lnTo>
                <a:lnTo>
                  <a:pt x="61553" y="0"/>
                </a:lnTo>
                <a:cubicBezTo>
                  <a:pt x="38919" y="0"/>
                  <a:pt x="20518" y="18402"/>
                  <a:pt x="20518" y="41035"/>
                </a:cubicBezTo>
                <a:lnTo>
                  <a:pt x="20518" y="287246"/>
                </a:lnTo>
                <a:cubicBezTo>
                  <a:pt x="9169" y="287246"/>
                  <a:pt x="0" y="296415"/>
                  <a:pt x="0" y="307764"/>
                </a:cubicBezTo>
                <a:cubicBezTo>
                  <a:pt x="0" y="319112"/>
                  <a:pt x="9169" y="328281"/>
                  <a:pt x="20518" y="328281"/>
                </a:cubicBezTo>
                <a:lnTo>
                  <a:pt x="164141" y="328281"/>
                </a:lnTo>
                <a:cubicBezTo>
                  <a:pt x="175489" y="328281"/>
                  <a:pt x="184658" y="319112"/>
                  <a:pt x="184658" y="307764"/>
                </a:cubicBezTo>
                <a:lnTo>
                  <a:pt x="184658" y="41035"/>
                </a:lnTo>
                <a:close/>
                <a:moveTo>
                  <a:pt x="102588" y="164141"/>
                </a:moveTo>
                <a:cubicBezTo>
                  <a:pt x="102588" y="152817"/>
                  <a:pt x="111782" y="143623"/>
                  <a:pt x="123105" y="143623"/>
                </a:cubicBezTo>
                <a:cubicBezTo>
                  <a:pt x="134429" y="143623"/>
                  <a:pt x="143623" y="152817"/>
                  <a:pt x="143623" y="164141"/>
                </a:cubicBezTo>
                <a:cubicBezTo>
                  <a:pt x="143623" y="175465"/>
                  <a:pt x="134429" y="184658"/>
                  <a:pt x="123105" y="184658"/>
                </a:cubicBezTo>
                <a:cubicBezTo>
                  <a:pt x="111782" y="184658"/>
                  <a:pt x="102588" y="175465"/>
                  <a:pt x="102588" y="164141"/>
                </a:cubicBezTo>
                <a:close/>
              </a:path>
            </a:pathLst>
          </a:custGeom>
          <a:solidFill>
            <a:srgbClr val="F8F6F2"/>
          </a:solidFill>
        </p:spPr>
      </p:sp>
      <p:sp>
        <p:nvSpPr>
          <p:cNvPr id="27" name="Text 25"/>
          <p:cNvSpPr/>
          <p:nvPr/>
        </p:nvSpPr>
        <p:spPr>
          <a:xfrm>
            <a:off x="1346751" y="5432598"/>
            <a:ext cx="1732595" cy="2918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25" b="1" dirty="0">
                <a:solidFill>
                  <a:srgbClr val="585C45"/>
                </a:solidFill>
                <a:latin typeface="Unna" panose="02040503070705020203" pitchFamily="34" charset="0"/>
                <a:ea typeface="Unna" panose="02040503070705020203" pitchFamily="34" charset="-122"/>
                <a:cs typeface="Unna" panose="02040503070705020203" pitchFamily="34" charset="-120"/>
              </a:rPr>
              <a:t>No Login Required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2576" y="5833831"/>
            <a:ext cx="3346645" cy="8024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90" dirty="0">
                <a:solidFill>
                  <a:srgbClr val="3A3A3A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Zero barriers to entry. No account creation, no passwords to remember, no email verification. Just visit and assess.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245999" y="4320090"/>
            <a:ext cx="3702283" cy="2535061"/>
          </a:xfrm>
          <a:custGeom>
            <a:avLst/>
            <a:gdLst/>
            <a:ahLst/>
            <a:cxnLst/>
            <a:rect l="l" t="t" r="r" b="b"/>
            <a:pathLst>
              <a:path w="3702283" h="2535061">
                <a:moveTo>
                  <a:pt x="36476" y="0"/>
                </a:moveTo>
                <a:lnTo>
                  <a:pt x="3665807" y="0"/>
                </a:lnTo>
                <a:cubicBezTo>
                  <a:pt x="3685952" y="0"/>
                  <a:pt x="3702283" y="16331"/>
                  <a:pt x="3702283" y="36476"/>
                </a:cubicBezTo>
                <a:lnTo>
                  <a:pt x="3702283" y="2389168"/>
                </a:lnTo>
                <a:cubicBezTo>
                  <a:pt x="3702283" y="2469742"/>
                  <a:pt x="3636964" y="2535061"/>
                  <a:pt x="3556390" y="2535061"/>
                </a:cubicBezTo>
                <a:lnTo>
                  <a:pt x="145893" y="2535061"/>
                </a:lnTo>
                <a:cubicBezTo>
                  <a:pt x="65318" y="2535061"/>
                  <a:pt x="0" y="2469742"/>
                  <a:pt x="0" y="2389168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36784" dist="9118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245999" y="4320090"/>
            <a:ext cx="3702283" cy="36476"/>
          </a:xfrm>
          <a:custGeom>
            <a:avLst/>
            <a:gdLst/>
            <a:ahLst/>
            <a:cxnLst/>
            <a:rect l="l" t="t" r="r" b="b"/>
            <a:pathLst>
              <a:path w="3702283" h="36476">
                <a:moveTo>
                  <a:pt x="36476" y="0"/>
                </a:moveTo>
                <a:lnTo>
                  <a:pt x="3665807" y="0"/>
                </a:lnTo>
                <a:cubicBezTo>
                  <a:pt x="3685952" y="0"/>
                  <a:pt x="3702283" y="16331"/>
                  <a:pt x="3702283" y="36476"/>
                </a:cubicBezTo>
                <a:lnTo>
                  <a:pt x="3702283" y="36476"/>
                </a:lnTo>
                <a:lnTo>
                  <a:pt x="0" y="36476"/>
                </a:ln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31" name="Shape 29"/>
          <p:cNvSpPr/>
          <p:nvPr/>
        </p:nvSpPr>
        <p:spPr>
          <a:xfrm>
            <a:off x="5730673" y="4557182"/>
            <a:ext cx="729514" cy="729514"/>
          </a:xfrm>
          <a:custGeom>
            <a:avLst/>
            <a:gdLst/>
            <a:ahLst/>
            <a:cxnLst/>
            <a:rect l="l" t="t" r="r" b="b"/>
            <a:pathLst>
              <a:path w="729514" h="729514">
                <a:moveTo>
                  <a:pt x="364757" y="0"/>
                </a:moveTo>
                <a:lnTo>
                  <a:pt x="364757" y="0"/>
                </a:lnTo>
                <a:cubicBezTo>
                  <a:pt x="566072" y="0"/>
                  <a:pt x="729514" y="163442"/>
                  <a:pt x="729514" y="364757"/>
                </a:cubicBezTo>
                <a:lnTo>
                  <a:pt x="729514" y="364757"/>
                </a:lnTo>
                <a:cubicBezTo>
                  <a:pt x="729514" y="566072"/>
                  <a:pt x="566072" y="729514"/>
                  <a:pt x="364757" y="729514"/>
                </a:cubicBezTo>
                <a:lnTo>
                  <a:pt x="364757" y="729514"/>
                </a:lnTo>
                <a:cubicBezTo>
                  <a:pt x="163442" y="729514"/>
                  <a:pt x="0" y="566072"/>
                  <a:pt x="0" y="364757"/>
                </a:cubicBezTo>
                <a:lnTo>
                  <a:pt x="0" y="364757"/>
                </a:lnTo>
                <a:cubicBezTo>
                  <a:pt x="0" y="163442"/>
                  <a:pt x="163442" y="0"/>
                  <a:pt x="364757" y="0"/>
                </a:cubicBezTo>
                <a:close/>
              </a:path>
            </a:pathLst>
          </a:custGeom>
          <a:solidFill>
            <a:srgbClr val="D4A373"/>
          </a:solidFill>
          <a:effectLst>
            <a:outerShdw blurRad="136784" dist="9118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951807" y="4757798"/>
            <a:ext cx="287246" cy="328281"/>
          </a:xfrm>
          <a:custGeom>
            <a:avLst/>
            <a:gdLst/>
            <a:ahLst/>
            <a:cxnLst/>
            <a:rect l="l" t="t" r="r" b="b"/>
            <a:pathLst>
              <a:path w="287246" h="328281">
                <a:moveTo>
                  <a:pt x="217230" y="-6348"/>
                </a:moveTo>
                <a:cubicBezTo>
                  <a:pt x="224860" y="-834"/>
                  <a:pt x="227681" y="9169"/>
                  <a:pt x="224219" y="17889"/>
                </a:cubicBezTo>
                <a:lnTo>
                  <a:pt x="173951" y="143623"/>
                </a:lnTo>
                <a:lnTo>
                  <a:pt x="266728" y="143623"/>
                </a:lnTo>
                <a:cubicBezTo>
                  <a:pt x="275384" y="143623"/>
                  <a:pt x="283078" y="149009"/>
                  <a:pt x="286028" y="157152"/>
                </a:cubicBezTo>
                <a:cubicBezTo>
                  <a:pt x="288977" y="165295"/>
                  <a:pt x="286477" y="174399"/>
                  <a:pt x="279873" y="179914"/>
                </a:cubicBezTo>
                <a:lnTo>
                  <a:pt x="95214" y="333795"/>
                </a:lnTo>
                <a:cubicBezTo>
                  <a:pt x="87969" y="339822"/>
                  <a:pt x="77646" y="340143"/>
                  <a:pt x="70016" y="334629"/>
                </a:cubicBezTo>
                <a:cubicBezTo>
                  <a:pt x="62386" y="329115"/>
                  <a:pt x="59565" y="319112"/>
                  <a:pt x="63027" y="310392"/>
                </a:cubicBezTo>
                <a:lnTo>
                  <a:pt x="113295" y="184658"/>
                </a:lnTo>
                <a:lnTo>
                  <a:pt x="20518" y="184658"/>
                </a:lnTo>
                <a:cubicBezTo>
                  <a:pt x="11862" y="184658"/>
                  <a:pt x="4168" y="179272"/>
                  <a:pt x="1218" y="171129"/>
                </a:cubicBezTo>
                <a:cubicBezTo>
                  <a:pt x="-1731" y="162986"/>
                  <a:pt x="769" y="153882"/>
                  <a:pt x="7374" y="148368"/>
                </a:cubicBezTo>
                <a:lnTo>
                  <a:pt x="192032" y="-5514"/>
                </a:lnTo>
                <a:cubicBezTo>
                  <a:pt x="199277" y="-11541"/>
                  <a:pt x="209600" y="-11862"/>
                  <a:pt x="217230" y="-6348"/>
                </a:cubicBezTo>
                <a:close/>
              </a:path>
            </a:pathLst>
          </a:custGeom>
          <a:solidFill>
            <a:srgbClr val="F8F6F2"/>
          </a:solidFill>
        </p:spPr>
      </p:sp>
      <p:sp>
        <p:nvSpPr>
          <p:cNvPr id="33" name="Text 31"/>
          <p:cNvSpPr/>
          <p:nvPr/>
        </p:nvSpPr>
        <p:spPr>
          <a:xfrm>
            <a:off x="5382920" y="5432598"/>
            <a:ext cx="1422552" cy="2918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25" b="1" dirty="0">
                <a:solidFill>
                  <a:srgbClr val="585C45"/>
                </a:solidFill>
                <a:latin typeface="Unna" panose="02040503070705020203" pitchFamily="34" charset="0"/>
                <a:ea typeface="Unna" panose="02040503070705020203" pitchFamily="34" charset="-122"/>
                <a:cs typeface="Unna" panose="02040503070705020203" pitchFamily="34" charset="-120"/>
              </a:rPr>
              <a:t>Instant Results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423818" y="5833831"/>
            <a:ext cx="3346645" cy="8024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90" dirty="0">
                <a:solidFill>
                  <a:srgbClr val="3A3A3A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Get your score and personalized suggestions immediately after completing the assessment. No waiting, no delays.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127240" y="4301852"/>
            <a:ext cx="3702283" cy="2553298"/>
          </a:xfrm>
          <a:custGeom>
            <a:avLst/>
            <a:gdLst/>
            <a:ahLst/>
            <a:cxnLst/>
            <a:rect l="l" t="t" r="r" b="b"/>
            <a:pathLst>
              <a:path w="3702283" h="2553298">
                <a:moveTo>
                  <a:pt x="145895" y="0"/>
                </a:moveTo>
                <a:lnTo>
                  <a:pt x="3556387" y="0"/>
                </a:lnTo>
                <a:cubicBezTo>
                  <a:pt x="3636963" y="0"/>
                  <a:pt x="3702283" y="65320"/>
                  <a:pt x="3702283" y="145895"/>
                </a:cubicBezTo>
                <a:lnTo>
                  <a:pt x="3702283" y="2407403"/>
                </a:lnTo>
                <a:cubicBezTo>
                  <a:pt x="3702283" y="2487979"/>
                  <a:pt x="3636963" y="2553298"/>
                  <a:pt x="3556387" y="2553298"/>
                </a:cubicBezTo>
                <a:lnTo>
                  <a:pt x="145895" y="2553298"/>
                </a:lnTo>
                <a:cubicBezTo>
                  <a:pt x="65320" y="2553298"/>
                  <a:pt x="0" y="2487979"/>
                  <a:pt x="0" y="2407403"/>
                </a:cubicBezTo>
                <a:lnTo>
                  <a:pt x="0" y="145895"/>
                </a:lnTo>
                <a:cubicBezTo>
                  <a:pt x="0" y="65374"/>
                  <a:pt x="65374" y="0"/>
                  <a:pt x="145895" y="0"/>
                </a:cubicBezTo>
                <a:close/>
              </a:path>
            </a:pathLst>
          </a:custGeom>
          <a:gradFill flip="none" rotWithShape="1">
            <a:gsLst>
              <a:gs pos="0">
                <a:srgbClr val="A3B18A"/>
              </a:gs>
              <a:gs pos="100000">
                <a:srgbClr val="D4A373"/>
              </a:gs>
            </a:gsLst>
            <a:lin ang="2700000" scaled="1"/>
          </a:gradFill>
          <a:effectLst>
            <a:outerShdw blurRad="136784" dist="9118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611915" y="4520706"/>
            <a:ext cx="729514" cy="729514"/>
          </a:xfrm>
          <a:custGeom>
            <a:avLst/>
            <a:gdLst/>
            <a:ahLst/>
            <a:cxnLst/>
            <a:rect l="l" t="t" r="r" b="b"/>
            <a:pathLst>
              <a:path w="729514" h="729514">
                <a:moveTo>
                  <a:pt x="364757" y="0"/>
                </a:moveTo>
                <a:lnTo>
                  <a:pt x="364757" y="0"/>
                </a:lnTo>
                <a:cubicBezTo>
                  <a:pt x="566072" y="0"/>
                  <a:pt x="729514" y="163442"/>
                  <a:pt x="729514" y="364757"/>
                </a:cubicBezTo>
                <a:lnTo>
                  <a:pt x="729514" y="364757"/>
                </a:lnTo>
                <a:cubicBezTo>
                  <a:pt x="729514" y="566072"/>
                  <a:pt x="566072" y="729514"/>
                  <a:pt x="364757" y="729514"/>
                </a:cubicBezTo>
                <a:lnTo>
                  <a:pt x="364757" y="729514"/>
                </a:lnTo>
                <a:cubicBezTo>
                  <a:pt x="163442" y="729514"/>
                  <a:pt x="0" y="566072"/>
                  <a:pt x="0" y="364757"/>
                </a:cubicBezTo>
                <a:lnTo>
                  <a:pt x="0" y="364757"/>
                </a:lnTo>
                <a:cubicBezTo>
                  <a:pt x="0" y="163442"/>
                  <a:pt x="163442" y="0"/>
                  <a:pt x="364757" y="0"/>
                </a:cubicBezTo>
                <a:close/>
              </a:path>
            </a:pathLst>
          </a:custGeom>
          <a:solidFill>
            <a:srgbClr val="F8F6F2">
              <a:alpha val="30196"/>
            </a:srgbClr>
          </a:solidFill>
          <a:effectLst>
            <a:outerShdw blurRad="136784" dist="9118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812531" y="4721322"/>
            <a:ext cx="328281" cy="328281"/>
          </a:xfrm>
          <a:custGeom>
            <a:avLst/>
            <a:gdLst/>
            <a:ahLst/>
            <a:cxnLst/>
            <a:rect l="l" t="t" r="r" b="b"/>
            <a:pathLst>
              <a:path w="328281" h="328281">
                <a:moveTo>
                  <a:pt x="85789" y="23275"/>
                </a:moveTo>
                <a:cubicBezTo>
                  <a:pt x="92778" y="28148"/>
                  <a:pt x="94445" y="37765"/>
                  <a:pt x="89572" y="44690"/>
                </a:cubicBezTo>
                <a:lnTo>
                  <a:pt x="53666" y="95984"/>
                </a:lnTo>
                <a:cubicBezTo>
                  <a:pt x="51037" y="99703"/>
                  <a:pt x="46934" y="102075"/>
                  <a:pt x="42382" y="102460"/>
                </a:cubicBezTo>
                <a:cubicBezTo>
                  <a:pt x="37829" y="102844"/>
                  <a:pt x="33341" y="101306"/>
                  <a:pt x="30135" y="98100"/>
                </a:cubicBezTo>
                <a:lnTo>
                  <a:pt x="4488" y="72453"/>
                </a:lnTo>
                <a:cubicBezTo>
                  <a:pt x="-1475" y="66426"/>
                  <a:pt x="-1475" y="56680"/>
                  <a:pt x="4488" y="50653"/>
                </a:cubicBezTo>
                <a:cubicBezTo>
                  <a:pt x="10451" y="44626"/>
                  <a:pt x="20261" y="44690"/>
                  <a:pt x="26288" y="50653"/>
                </a:cubicBezTo>
                <a:lnTo>
                  <a:pt x="38983" y="63348"/>
                </a:lnTo>
                <a:lnTo>
                  <a:pt x="64374" y="27058"/>
                </a:lnTo>
                <a:cubicBezTo>
                  <a:pt x="69247" y="20069"/>
                  <a:pt x="78864" y="18402"/>
                  <a:pt x="85789" y="23275"/>
                </a:cubicBezTo>
                <a:close/>
                <a:moveTo>
                  <a:pt x="85789" y="125863"/>
                </a:moveTo>
                <a:cubicBezTo>
                  <a:pt x="92778" y="130735"/>
                  <a:pt x="94445" y="140353"/>
                  <a:pt x="89572" y="147278"/>
                </a:cubicBezTo>
                <a:lnTo>
                  <a:pt x="53666" y="198572"/>
                </a:lnTo>
                <a:cubicBezTo>
                  <a:pt x="51037" y="202290"/>
                  <a:pt x="46934" y="204663"/>
                  <a:pt x="42382" y="205048"/>
                </a:cubicBezTo>
                <a:cubicBezTo>
                  <a:pt x="37829" y="205432"/>
                  <a:pt x="33341" y="203893"/>
                  <a:pt x="30135" y="200688"/>
                </a:cubicBezTo>
                <a:lnTo>
                  <a:pt x="4488" y="175041"/>
                </a:lnTo>
                <a:cubicBezTo>
                  <a:pt x="-1539" y="169014"/>
                  <a:pt x="-1539" y="159268"/>
                  <a:pt x="4488" y="153305"/>
                </a:cubicBezTo>
                <a:cubicBezTo>
                  <a:pt x="10515" y="147342"/>
                  <a:pt x="20261" y="147278"/>
                  <a:pt x="26224" y="153305"/>
                </a:cubicBezTo>
                <a:lnTo>
                  <a:pt x="38919" y="166000"/>
                </a:lnTo>
                <a:lnTo>
                  <a:pt x="64310" y="129710"/>
                </a:lnTo>
                <a:cubicBezTo>
                  <a:pt x="69183" y="122721"/>
                  <a:pt x="78800" y="121054"/>
                  <a:pt x="85725" y="125927"/>
                </a:cubicBezTo>
                <a:close/>
                <a:moveTo>
                  <a:pt x="143623" y="61553"/>
                </a:moveTo>
                <a:cubicBezTo>
                  <a:pt x="143623" y="50204"/>
                  <a:pt x="152792" y="41035"/>
                  <a:pt x="164141" y="41035"/>
                </a:cubicBezTo>
                <a:lnTo>
                  <a:pt x="307764" y="41035"/>
                </a:lnTo>
                <a:cubicBezTo>
                  <a:pt x="319112" y="41035"/>
                  <a:pt x="328281" y="50204"/>
                  <a:pt x="328281" y="61553"/>
                </a:cubicBezTo>
                <a:cubicBezTo>
                  <a:pt x="328281" y="72902"/>
                  <a:pt x="319112" y="82070"/>
                  <a:pt x="307764" y="82070"/>
                </a:cubicBezTo>
                <a:lnTo>
                  <a:pt x="164141" y="82070"/>
                </a:lnTo>
                <a:cubicBezTo>
                  <a:pt x="152792" y="82070"/>
                  <a:pt x="143623" y="72902"/>
                  <a:pt x="143623" y="61553"/>
                </a:cubicBezTo>
                <a:close/>
                <a:moveTo>
                  <a:pt x="143623" y="164141"/>
                </a:moveTo>
                <a:cubicBezTo>
                  <a:pt x="143623" y="152792"/>
                  <a:pt x="152792" y="143623"/>
                  <a:pt x="164141" y="143623"/>
                </a:cubicBezTo>
                <a:lnTo>
                  <a:pt x="307764" y="143623"/>
                </a:lnTo>
                <a:cubicBezTo>
                  <a:pt x="319112" y="143623"/>
                  <a:pt x="328281" y="152792"/>
                  <a:pt x="328281" y="164141"/>
                </a:cubicBezTo>
                <a:cubicBezTo>
                  <a:pt x="328281" y="175489"/>
                  <a:pt x="319112" y="184658"/>
                  <a:pt x="307764" y="184658"/>
                </a:cubicBezTo>
                <a:lnTo>
                  <a:pt x="164141" y="184658"/>
                </a:lnTo>
                <a:cubicBezTo>
                  <a:pt x="152792" y="184658"/>
                  <a:pt x="143623" y="175489"/>
                  <a:pt x="143623" y="164141"/>
                </a:cubicBezTo>
                <a:close/>
                <a:moveTo>
                  <a:pt x="102588" y="266728"/>
                </a:moveTo>
                <a:cubicBezTo>
                  <a:pt x="102588" y="255380"/>
                  <a:pt x="111757" y="246211"/>
                  <a:pt x="123105" y="246211"/>
                </a:cubicBezTo>
                <a:lnTo>
                  <a:pt x="307764" y="246211"/>
                </a:lnTo>
                <a:cubicBezTo>
                  <a:pt x="319112" y="246211"/>
                  <a:pt x="328281" y="255380"/>
                  <a:pt x="328281" y="266728"/>
                </a:cubicBezTo>
                <a:cubicBezTo>
                  <a:pt x="328281" y="278077"/>
                  <a:pt x="319112" y="287246"/>
                  <a:pt x="307764" y="287246"/>
                </a:cubicBezTo>
                <a:lnTo>
                  <a:pt x="123105" y="287246"/>
                </a:lnTo>
                <a:cubicBezTo>
                  <a:pt x="111757" y="287246"/>
                  <a:pt x="102588" y="278077"/>
                  <a:pt x="102588" y="266728"/>
                </a:cubicBezTo>
                <a:close/>
                <a:moveTo>
                  <a:pt x="41035" y="241082"/>
                </a:moveTo>
                <a:cubicBezTo>
                  <a:pt x="55190" y="241082"/>
                  <a:pt x="66682" y="252574"/>
                  <a:pt x="66682" y="266728"/>
                </a:cubicBezTo>
                <a:cubicBezTo>
                  <a:pt x="66682" y="280883"/>
                  <a:pt x="55190" y="292375"/>
                  <a:pt x="41035" y="292375"/>
                </a:cubicBezTo>
                <a:cubicBezTo>
                  <a:pt x="26880" y="292375"/>
                  <a:pt x="15388" y="280883"/>
                  <a:pt x="15388" y="266728"/>
                </a:cubicBezTo>
                <a:cubicBezTo>
                  <a:pt x="15388" y="252574"/>
                  <a:pt x="26880" y="241082"/>
                  <a:pt x="41035" y="241082"/>
                </a:cubicBezTo>
                <a:close/>
              </a:path>
            </a:pathLst>
          </a:custGeom>
          <a:solidFill>
            <a:srgbClr val="F8F6F2"/>
          </a:solidFill>
        </p:spPr>
      </p:sp>
      <p:sp>
        <p:nvSpPr>
          <p:cNvPr id="38" name="Text 36"/>
          <p:cNvSpPr/>
          <p:nvPr/>
        </p:nvSpPr>
        <p:spPr>
          <a:xfrm>
            <a:off x="8912987" y="5396123"/>
            <a:ext cx="2124709" cy="2918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25" b="1" dirty="0">
                <a:solidFill>
                  <a:srgbClr val="F8F6F2"/>
                </a:solidFill>
                <a:latin typeface="Unna" panose="02040503070705020203" pitchFamily="34" charset="0"/>
                <a:ea typeface="Unna" panose="02040503070705020203" pitchFamily="34" charset="-122"/>
                <a:cs typeface="Unna" panose="02040503070705020203" pitchFamily="34" charset="-120"/>
              </a:rPr>
              <a:t>Actionable Suggestions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305059" y="5797355"/>
            <a:ext cx="3346645" cy="83894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90" dirty="0">
                <a:solidFill>
                  <a:srgbClr val="F8F6F2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Not just numbers - receive practical, evidence-based recommendations you can implement immediately to improve.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7783" y="367783"/>
            <a:ext cx="11529991" cy="2206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0" b="1" kern="0" spc="58" dirty="0">
                <a:solidFill>
                  <a:srgbClr val="A3B1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Real-World Applications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7783" y="662009"/>
            <a:ext cx="11677104" cy="4413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75" b="1" dirty="0">
                <a:solidFill>
                  <a:srgbClr val="585C45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Impact &amp; Use Cases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7783" y="1176905"/>
            <a:ext cx="11548380" cy="257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0" dirty="0">
                <a:solidFill>
                  <a:srgbClr val="3A3A3A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Making a difference across diverse populations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6172" y="1581466"/>
            <a:ext cx="6160362" cy="1820525"/>
          </a:xfrm>
          <a:custGeom>
            <a:avLst/>
            <a:gdLst/>
            <a:ahLst/>
            <a:cxnLst/>
            <a:rect l="l" t="t" r="r" b="b"/>
            <a:pathLst>
              <a:path w="6160362" h="1820525">
                <a:moveTo>
                  <a:pt x="36778" y="0"/>
                </a:moveTo>
                <a:lnTo>
                  <a:pt x="6013245" y="0"/>
                </a:lnTo>
                <a:cubicBezTo>
                  <a:pt x="6094496" y="0"/>
                  <a:pt x="6160362" y="65866"/>
                  <a:pt x="6160362" y="147117"/>
                </a:cubicBezTo>
                <a:lnTo>
                  <a:pt x="6160362" y="1673408"/>
                </a:lnTo>
                <a:cubicBezTo>
                  <a:pt x="6160362" y="1754659"/>
                  <a:pt x="6094496" y="1820525"/>
                  <a:pt x="6013245" y="1820525"/>
                </a:cubicBezTo>
                <a:lnTo>
                  <a:pt x="36778" y="1820525"/>
                </a:lnTo>
                <a:cubicBezTo>
                  <a:pt x="16466" y="1820525"/>
                  <a:pt x="0" y="1804059"/>
                  <a:pt x="0" y="1783747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37919" dist="9194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6172" y="1581466"/>
            <a:ext cx="36778" cy="1820525"/>
          </a:xfrm>
          <a:custGeom>
            <a:avLst/>
            <a:gdLst/>
            <a:ahLst/>
            <a:cxnLst/>
            <a:rect l="l" t="t" r="r" b="b"/>
            <a:pathLst>
              <a:path w="36778" h="1820525">
                <a:moveTo>
                  <a:pt x="36778" y="0"/>
                </a:moveTo>
                <a:lnTo>
                  <a:pt x="36778" y="0"/>
                </a:lnTo>
                <a:lnTo>
                  <a:pt x="36778" y="1820525"/>
                </a:lnTo>
                <a:lnTo>
                  <a:pt x="36778" y="1820525"/>
                </a:lnTo>
                <a:cubicBezTo>
                  <a:pt x="16466" y="1820525"/>
                  <a:pt x="0" y="1804059"/>
                  <a:pt x="0" y="1783747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A3B18A"/>
          </a:solidFill>
        </p:spPr>
      </p:sp>
      <p:sp>
        <p:nvSpPr>
          <p:cNvPr id="7" name="Shape 5"/>
          <p:cNvSpPr/>
          <p:nvPr/>
        </p:nvSpPr>
        <p:spPr>
          <a:xfrm>
            <a:off x="588452" y="1765357"/>
            <a:ext cx="588452" cy="588452"/>
          </a:xfrm>
          <a:custGeom>
            <a:avLst/>
            <a:gdLst/>
            <a:ahLst/>
            <a:cxnLst/>
            <a:rect l="l" t="t" r="r" b="b"/>
            <a:pathLst>
              <a:path w="588452" h="588452">
                <a:moveTo>
                  <a:pt x="294226" y="0"/>
                </a:moveTo>
                <a:lnTo>
                  <a:pt x="294226" y="0"/>
                </a:lnTo>
                <a:cubicBezTo>
                  <a:pt x="456614" y="0"/>
                  <a:pt x="588452" y="131838"/>
                  <a:pt x="588452" y="294226"/>
                </a:cubicBezTo>
                <a:lnTo>
                  <a:pt x="588452" y="294226"/>
                </a:lnTo>
                <a:cubicBezTo>
                  <a:pt x="588452" y="456614"/>
                  <a:pt x="456614" y="588452"/>
                  <a:pt x="294226" y="588452"/>
                </a:cubicBezTo>
                <a:lnTo>
                  <a:pt x="294226" y="588452"/>
                </a:lnTo>
                <a:cubicBezTo>
                  <a:pt x="131838" y="588452"/>
                  <a:pt x="0" y="456614"/>
                  <a:pt x="0" y="294226"/>
                </a:cubicBezTo>
                <a:lnTo>
                  <a:pt x="0" y="294226"/>
                </a:lnTo>
                <a:cubicBezTo>
                  <a:pt x="0" y="131838"/>
                  <a:pt x="131838" y="0"/>
                  <a:pt x="294226" y="0"/>
                </a:cubicBezTo>
                <a:close/>
              </a:path>
            </a:pathLst>
          </a:custGeom>
          <a:solidFill>
            <a:srgbClr val="A3B18A">
              <a:alpha val="20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729819" y="1921665"/>
            <a:ext cx="310317" cy="275837"/>
          </a:xfrm>
          <a:custGeom>
            <a:avLst/>
            <a:gdLst/>
            <a:ahLst/>
            <a:cxnLst/>
            <a:rect l="l" t="t" r="r" b="b"/>
            <a:pathLst>
              <a:path w="310317" h="275837">
                <a:moveTo>
                  <a:pt x="25860" y="105486"/>
                </a:moveTo>
                <a:lnTo>
                  <a:pt x="138565" y="151872"/>
                </a:lnTo>
                <a:cubicBezTo>
                  <a:pt x="143845" y="154027"/>
                  <a:pt x="149448" y="155158"/>
                  <a:pt x="155158" y="155158"/>
                </a:cubicBezTo>
                <a:cubicBezTo>
                  <a:pt x="160869" y="155158"/>
                  <a:pt x="166472" y="154027"/>
                  <a:pt x="171752" y="151872"/>
                </a:cubicBezTo>
                <a:lnTo>
                  <a:pt x="302343" y="98105"/>
                </a:lnTo>
                <a:cubicBezTo>
                  <a:pt x="307192" y="96112"/>
                  <a:pt x="310317" y="91425"/>
                  <a:pt x="310317" y="86199"/>
                </a:cubicBezTo>
                <a:cubicBezTo>
                  <a:pt x="310317" y="80973"/>
                  <a:pt x="307192" y="76286"/>
                  <a:pt x="302343" y="74293"/>
                </a:cubicBezTo>
                <a:lnTo>
                  <a:pt x="171752" y="20526"/>
                </a:lnTo>
                <a:cubicBezTo>
                  <a:pt x="166472" y="18371"/>
                  <a:pt x="160869" y="17240"/>
                  <a:pt x="155158" y="17240"/>
                </a:cubicBezTo>
                <a:cubicBezTo>
                  <a:pt x="149448" y="17240"/>
                  <a:pt x="143845" y="18371"/>
                  <a:pt x="138565" y="20526"/>
                </a:cubicBezTo>
                <a:lnTo>
                  <a:pt x="7973" y="74293"/>
                </a:lnTo>
                <a:cubicBezTo>
                  <a:pt x="3125" y="76286"/>
                  <a:pt x="0" y="80973"/>
                  <a:pt x="0" y="86199"/>
                </a:cubicBezTo>
                <a:lnTo>
                  <a:pt x="0" y="245667"/>
                </a:lnTo>
                <a:cubicBezTo>
                  <a:pt x="0" y="252833"/>
                  <a:pt x="5765" y="258597"/>
                  <a:pt x="12930" y="258597"/>
                </a:cubicBezTo>
                <a:cubicBezTo>
                  <a:pt x="20095" y="258597"/>
                  <a:pt x="25860" y="252833"/>
                  <a:pt x="25860" y="245667"/>
                </a:cubicBezTo>
                <a:lnTo>
                  <a:pt x="25860" y="105486"/>
                </a:lnTo>
                <a:close/>
                <a:moveTo>
                  <a:pt x="51719" y="144114"/>
                </a:moveTo>
                <a:lnTo>
                  <a:pt x="51719" y="206878"/>
                </a:lnTo>
                <a:cubicBezTo>
                  <a:pt x="51719" y="235431"/>
                  <a:pt x="98051" y="258597"/>
                  <a:pt x="155158" y="258597"/>
                </a:cubicBezTo>
                <a:cubicBezTo>
                  <a:pt x="212265" y="258597"/>
                  <a:pt x="258597" y="235431"/>
                  <a:pt x="258597" y="206878"/>
                </a:cubicBezTo>
                <a:lnTo>
                  <a:pt x="258597" y="144060"/>
                </a:lnTo>
                <a:lnTo>
                  <a:pt x="181611" y="175792"/>
                </a:lnTo>
                <a:cubicBezTo>
                  <a:pt x="173206" y="179240"/>
                  <a:pt x="164263" y="181018"/>
                  <a:pt x="155158" y="181018"/>
                </a:cubicBezTo>
                <a:cubicBezTo>
                  <a:pt x="146054" y="181018"/>
                  <a:pt x="137110" y="179240"/>
                  <a:pt x="128706" y="175792"/>
                </a:cubicBezTo>
                <a:lnTo>
                  <a:pt x="51719" y="144060"/>
                </a:lnTo>
                <a:close/>
              </a:path>
            </a:pathLst>
          </a:custGeom>
          <a:solidFill>
            <a:srgbClr val="585C45"/>
          </a:solidFill>
        </p:spPr>
      </p:sp>
      <p:sp>
        <p:nvSpPr>
          <p:cNvPr id="9" name="Text 7"/>
          <p:cNvSpPr/>
          <p:nvPr/>
        </p:nvSpPr>
        <p:spPr>
          <a:xfrm>
            <a:off x="1324018" y="1765357"/>
            <a:ext cx="5148959" cy="2942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0" b="1" dirty="0">
                <a:solidFill>
                  <a:srgbClr val="585C45"/>
                </a:solidFill>
                <a:latin typeface="Unna" panose="02040503070705020203" pitchFamily="34" charset="0"/>
                <a:ea typeface="Unna" panose="02040503070705020203" pitchFamily="34" charset="-122"/>
                <a:cs typeface="Unna" panose="02040503070705020203" pitchFamily="34" charset="-120"/>
              </a:rPr>
              <a:t>Students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4018" y="2133140"/>
            <a:ext cx="5112181" cy="717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0" dirty="0">
                <a:solidFill>
                  <a:srgbClr val="3A3A3A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Academic pressure, exam stress, and social challenges take a toll on student mental health. ThriveMind provides a quick, stigma-free way for students to check in with themselves.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24018" y="2960652"/>
            <a:ext cx="901068" cy="257448"/>
          </a:xfrm>
          <a:custGeom>
            <a:avLst/>
            <a:gdLst/>
            <a:ahLst/>
            <a:cxnLst/>
            <a:rect l="l" t="t" r="r" b="b"/>
            <a:pathLst>
              <a:path w="901068" h="257448">
                <a:moveTo>
                  <a:pt x="128724" y="0"/>
                </a:moveTo>
                <a:lnTo>
                  <a:pt x="772344" y="0"/>
                </a:lnTo>
                <a:cubicBezTo>
                  <a:pt x="843389" y="0"/>
                  <a:pt x="901068" y="57679"/>
                  <a:pt x="901068" y="128724"/>
                </a:cubicBezTo>
                <a:lnTo>
                  <a:pt x="901068" y="128724"/>
                </a:lnTo>
                <a:cubicBezTo>
                  <a:pt x="901068" y="199769"/>
                  <a:pt x="843389" y="257448"/>
                  <a:pt x="772344" y="257448"/>
                </a:cubicBezTo>
                <a:lnTo>
                  <a:pt x="128724" y="257448"/>
                </a:lnTo>
                <a:cubicBezTo>
                  <a:pt x="57679" y="257448"/>
                  <a:pt x="0" y="199769"/>
                  <a:pt x="0" y="128724"/>
                </a:cubicBezTo>
                <a:lnTo>
                  <a:pt x="0" y="128724"/>
                </a:lnTo>
                <a:cubicBezTo>
                  <a:pt x="0" y="57679"/>
                  <a:pt x="57679" y="0"/>
                  <a:pt x="128724" y="0"/>
                </a:cubicBezTo>
                <a:close/>
              </a:path>
            </a:pathLst>
          </a:custGeom>
          <a:solidFill>
            <a:srgbClr val="A3B18A">
              <a:alpha val="20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1324018" y="2960652"/>
            <a:ext cx="965430" cy="257448"/>
          </a:xfrm>
          <a:prstGeom prst="rect">
            <a:avLst/>
          </a:prstGeom>
          <a:noFill/>
        </p:spPr>
        <p:txBody>
          <a:bodyPr wrap="square" lIns="110335" tIns="36778" rIns="110335" bIns="36778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585C4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Exam Stress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295482" y="2960652"/>
            <a:ext cx="1002208" cy="257448"/>
          </a:xfrm>
          <a:custGeom>
            <a:avLst/>
            <a:gdLst/>
            <a:ahLst/>
            <a:cxnLst/>
            <a:rect l="l" t="t" r="r" b="b"/>
            <a:pathLst>
              <a:path w="1002208" h="257448">
                <a:moveTo>
                  <a:pt x="128724" y="0"/>
                </a:moveTo>
                <a:lnTo>
                  <a:pt x="873484" y="0"/>
                </a:lnTo>
                <a:cubicBezTo>
                  <a:pt x="944576" y="0"/>
                  <a:pt x="1002208" y="57632"/>
                  <a:pt x="1002208" y="128724"/>
                </a:cubicBezTo>
                <a:lnTo>
                  <a:pt x="1002208" y="128724"/>
                </a:lnTo>
                <a:cubicBezTo>
                  <a:pt x="1002208" y="199816"/>
                  <a:pt x="944576" y="257448"/>
                  <a:pt x="873484" y="257448"/>
                </a:cubicBezTo>
                <a:lnTo>
                  <a:pt x="128724" y="257448"/>
                </a:lnTo>
                <a:cubicBezTo>
                  <a:pt x="57679" y="257448"/>
                  <a:pt x="0" y="199769"/>
                  <a:pt x="0" y="128724"/>
                </a:cubicBezTo>
                <a:lnTo>
                  <a:pt x="0" y="128724"/>
                </a:lnTo>
                <a:cubicBezTo>
                  <a:pt x="0" y="57679"/>
                  <a:pt x="57679" y="0"/>
                  <a:pt x="128724" y="0"/>
                </a:cubicBezTo>
                <a:close/>
              </a:path>
            </a:pathLst>
          </a:custGeom>
          <a:solidFill>
            <a:srgbClr val="A3B18A">
              <a:alpha val="20000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2295482" y="2960652"/>
            <a:ext cx="1066570" cy="257448"/>
          </a:xfrm>
          <a:prstGeom prst="rect">
            <a:avLst/>
          </a:prstGeom>
          <a:noFill/>
        </p:spPr>
        <p:txBody>
          <a:bodyPr wrap="square" lIns="110335" tIns="36778" rIns="110335" bIns="36778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585C4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Social Anxiety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74695" y="2960652"/>
            <a:ext cx="1048181" cy="257448"/>
          </a:xfrm>
          <a:custGeom>
            <a:avLst/>
            <a:gdLst/>
            <a:ahLst/>
            <a:cxnLst/>
            <a:rect l="l" t="t" r="r" b="b"/>
            <a:pathLst>
              <a:path w="1048181" h="257448">
                <a:moveTo>
                  <a:pt x="128724" y="0"/>
                </a:moveTo>
                <a:lnTo>
                  <a:pt x="919457" y="0"/>
                </a:lnTo>
                <a:cubicBezTo>
                  <a:pt x="990549" y="0"/>
                  <a:pt x="1048181" y="57632"/>
                  <a:pt x="1048181" y="128724"/>
                </a:cubicBezTo>
                <a:lnTo>
                  <a:pt x="1048181" y="128724"/>
                </a:lnTo>
                <a:cubicBezTo>
                  <a:pt x="1048181" y="199816"/>
                  <a:pt x="990549" y="257448"/>
                  <a:pt x="919457" y="257448"/>
                </a:cubicBezTo>
                <a:lnTo>
                  <a:pt x="128724" y="257448"/>
                </a:lnTo>
                <a:cubicBezTo>
                  <a:pt x="57679" y="257448"/>
                  <a:pt x="0" y="199769"/>
                  <a:pt x="0" y="128724"/>
                </a:cubicBezTo>
                <a:lnTo>
                  <a:pt x="0" y="128724"/>
                </a:lnTo>
                <a:cubicBezTo>
                  <a:pt x="0" y="57679"/>
                  <a:pt x="57679" y="0"/>
                  <a:pt x="128724" y="0"/>
                </a:cubicBezTo>
                <a:close/>
              </a:path>
            </a:pathLst>
          </a:custGeom>
          <a:solidFill>
            <a:srgbClr val="A3B18A">
              <a:alpha val="20000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3374695" y="2960652"/>
            <a:ext cx="1112543" cy="257448"/>
          </a:xfrm>
          <a:prstGeom prst="rect">
            <a:avLst/>
          </a:prstGeom>
          <a:noFill/>
        </p:spPr>
        <p:txBody>
          <a:bodyPr wrap="square" lIns="110335" tIns="36778" rIns="110335" bIns="36778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585C4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Study Pressure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6172" y="3549104"/>
            <a:ext cx="6160362" cy="1581466"/>
          </a:xfrm>
          <a:custGeom>
            <a:avLst/>
            <a:gdLst/>
            <a:ahLst/>
            <a:cxnLst/>
            <a:rect l="l" t="t" r="r" b="b"/>
            <a:pathLst>
              <a:path w="6160362" h="1581466">
                <a:moveTo>
                  <a:pt x="36778" y="0"/>
                </a:moveTo>
                <a:lnTo>
                  <a:pt x="6013254" y="0"/>
                </a:lnTo>
                <a:cubicBezTo>
                  <a:pt x="6094500" y="0"/>
                  <a:pt x="6160362" y="65862"/>
                  <a:pt x="6160362" y="147108"/>
                </a:cubicBezTo>
                <a:lnTo>
                  <a:pt x="6160362" y="1434358"/>
                </a:lnTo>
                <a:cubicBezTo>
                  <a:pt x="6160362" y="1515604"/>
                  <a:pt x="6094500" y="1581466"/>
                  <a:pt x="6013254" y="1581466"/>
                </a:cubicBezTo>
                <a:lnTo>
                  <a:pt x="36778" y="1581466"/>
                </a:lnTo>
                <a:cubicBezTo>
                  <a:pt x="16466" y="1581466"/>
                  <a:pt x="0" y="1565000"/>
                  <a:pt x="0" y="1544688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37919" dist="9194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6172" y="3549104"/>
            <a:ext cx="36778" cy="1581466"/>
          </a:xfrm>
          <a:custGeom>
            <a:avLst/>
            <a:gdLst/>
            <a:ahLst/>
            <a:cxnLst/>
            <a:rect l="l" t="t" r="r" b="b"/>
            <a:pathLst>
              <a:path w="36778" h="1581466">
                <a:moveTo>
                  <a:pt x="36778" y="0"/>
                </a:moveTo>
                <a:lnTo>
                  <a:pt x="36778" y="0"/>
                </a:lnTo>
                <a:lnTo>
                  <a:pt x="36778" y="1581466"/>
                </a:lnTo>
                <a:lnTo>
                  <a:pt x="36778" y="1581466"/>
                </a:lnTo>
                <a:cubicBezTo>
                  <a:pt x="16466" y="1581466"/>
                  <a:pt x="0" y="1565000"/>
                  <a:pt x="0" y="1544688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19" name="Shape 17"/>
          <p:cNvSpPr/>
          <p:nvPr/>
        </p:nvSpPr>
        <p:spPr>
          <a:xfrm>
            <a:off x="588452" y="3732995"/>
            <a:ext cx="588452" cy="588452"/>
          </a:xfrm>
          <a:custGeom>
            <a:avLst/>
            <a:gdLst/>
            <a:ahLst/>
            <a:cxnLst/>
            <a:rect l="l" t="t" r="r" b="b"/>
            <a:pathLst>
              <a:path w="588452" h="588452">
                <a:moveTo>
                  <a:pt x="294226" y="0"/>
                </a:moveTo>
                <a:lnTo>
                  <a:pt x="294226" y="0"/>
                </a:lnTo>
                <a:cubicBezTo>
                  <a:pt x="456614" y="0"/>
                  <a:pt x="588452" y="131838"/>
                  <a:pt x="588452" y="294226"/>
                </a:cubicBezTo>
                <a:lnTo>
                  <a:pt x="588452" y="294226"/>
                </a:lnTo>
                <a:cubicBezTo>
                  <a:pt x="588452" y="456614"/>
                  <a:pt x="456614" y="588452"/>
                  <a:pt x="294226" y="588452"/>
                </a:cubicBezTo>
                <a:lnTo>
                  <a:pt x="294226" y="588452"/>
                </a:lnTo>
                <a:cubicBezTo>
                  <a:pt x="131838" y="588452"/>
                  <a:pt x="0" y="456614"/>
                  <a:pt x="0" y="294226"/>
                </a:cubicBezTo>
                <a:lnTo>
                  <a:pt x="0" y="294226"/>
                </a:lnTo>
                <a:cubicBezTo>
                  <a:pt x="0" y="131838"/>
                  <a:pt x="131838" y="0"/>
                  <a:pt x="294226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747059" y="3889303"/>
            <a:ext cx="275837" cy="275837"/>
          </a:xfrm>
          <a:custGeom>
            <a:avLst/>
            <a:gdLst/>
            <a:ahLst/>
            <a:cxnLst/>
            <a:rect l="l" t="t" r="r" b="b"/>
            <a:pathLst>
              <a:path w="275837" h="275837">
                <a:moveTo>
                  <a:pt x="107749" y="25860"/>
                </a:moveTo>
                <a:lnTo>
                  <a:pt x="168088" y="25860"/>
                </a:lnTo>
                <a:cubicBezTo>
                  <a:pt x="170459" y="25860"/>
                  <a:pt x="172398" y="27799"/>
                  <a:pt x="172398" y="30170"/>
                </a:cubicBezTo>
                <a:lnTo>
                  <a:pt x="172398" y="51719"/>
                </a:lnTo>
                <a:lnTo>
                  <a:pt x="103439" y="51719"/>
                </a:lnTo>
                <a:lnTo>
                  <a:pt x="103439" y="30170"/>
                </a:lnTo>
                <a:cubicBezTo>
                  <a:pt x="103439" y="27799"/>
                  <a:pt x="105378" y="25860"/>
                  <a:pt x="107749" y="25860"/>
                </a:cubicBezTo>
                <a:close/>
                <a:moveTo>
                  <a:pt x="77579" y="30170"/>
                </a:moveTo>
                <a:lnTo>
                  <a:pt x="77579" y="51719"/>
                </a:lnTo>
                <a:lnTo>
                  <a:pt x="34480" y="51719"/>
                </a:lnTo>
                <a:cubicBezTo>
                  <a:pt x="15462" y="51719"/>
                  <a:pt x="0" y="67181"/>
                  <a:pt x="0" y="86199"/>
                </a:cubicBezTo>
                <a:lnTo>
                  <a:pt x="0" y="137919"/>
                </a:lnTo>
                <a:lnTo>
                  <a:pt x="275837" y="137919"/>
                </a:lnTo>
                <a:lnTo>
                  <a:pt x="275837" y="86199"/>
                </a:lnTo>
                <a:cubicBezTo>
                  <a:pt x="275837" y="67181"/>
                  <a:pt x="260375" y="51719"/>
                  <a:pt x="241357" y="51719"/>
                </a:cubicBezTo>
                <a:lnTo>
                  <a:pt x="198258" y="51719"/>
                </a:lnTo>
                <a:lnTo>
                  <a:pt x="198258" y="30170"/>
                </a:lnTo>
                <a:cubicBezTo>
                  <a:pt x="198258" y="13522"/>
                  <a:pt x="184735" y="0"/>
                  <a:pt x="168088" y="0"/>
                </a:cubicBezTo>
                <a:lnTo>
                  <a:pt x="107749" y="0"/>
                </a:lnTo>
                <a:cubicBezTo>
                  <a:pt x="91102" y="0"/>
                  <a:pt x="77579" y="13522"/>
                  <a:pt x="77579" y="30170"/>
                </a:cubicBezTo>
                <a:close/>
                <a:moveTo>
                  <a:pt x="275837" y="163778"/>
                </a:moveTo>
                <a:lnTo>
                  <a:pt x="172398" y="163778"/>
                </a:lnTo>
                <a:lnTo>
                  <a:pt x="172398" y="172398"/>
                </a:lnTo>
                <a:cubicBezTo>
                  <a:pt x="172398" y="181934"/>
                  <a:pt x="164694" y="189638"/>
                  <a:pt x="155158" y="189638"/>
                </a:cubicBezTo>
                <a:lnTo>
                  <a:pt x="120679" y="189638"/>
                </a:lnTo>
                <a:cubicBezTo>
                  <a:pt x="111143" y="189638"/>
                  <a:pt x="103439" y="181934"/>
                  <a:pt x="103439" y="172398"/>
                </a:cubicBezTo>
                <a:lnTo>
                  <a:pt x="103439" y="163778"/>
                </a:lnTo>
                <a:lnTo>
                  <a:pt x="0" y="163778"/>
                </a:lnTo>
                <a:lnTo>
                  <a:pt x="0" y="224118"/>
                </a:lnTo>
                <a:cubicBezTo>
                  <a:pt x="0" y="243135"/>
                  <a:pt x="15462" y="258597"/>
                  <a:pt x="34480" y="258597"/>
                </a:cubicBezTo>
                <a:lnTo>
                  <a:pt x="241357" y="258597"/>
                </a:lnTo>
                <a:cubicBezTo>
                  <a:pt x="260375" y="258597"/>
                  <a:pt x="275837" y="243135"/>
                  <a:pt x="275837" y="224118"/>
                </a:cubicBezTo>
                <a:lnTo>
                  <a:pt x="275837" y="163778"/>
                </a:lnTo>
                <a:close/>
              </a:path>
            </a:pathLst>
          </a:custGeom>
          <a:solidFill>
            <a:srgbClr val="585C45"/>
          </a:solidFill>
        </p:spPr>
      </p:sp>
      <p:sp>
        <p:nvSpPr>
          <p:cNvPr id="21" name="Text 19"/>
          <p:cNvSpPr/>
          <p:nvPr/>
        </p:nvSpPr>
        <p:spPr>
          <a:xfrm>
            <a:off x="1324018" y="3732995"/>
            <a:ext cx="5148959" cy="2942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0" b="1" dirty="0">
                <a:solidFill>
                  <a:srgbClr val="585C45"/>
                </a:solidFill>
                <a:latin typeface="Unna" panose="02040503070705020203" pitchFamily="34" charset="0"/>
                <a:ea typeface="Unna" panose="02040503070705020203" pitchFamily="34" charset="-122"/>
                <a:cs typeface="Unna" panose="02040503070705020203" pitchFamily="34" charset="-120"/>
              </a:rPr>
              <a:t>Working Professionals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4018" y="4100778"/>
            <a:ext cx="5112181" cy="4781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0" dirty="0">
                <a:solidFill>
                  <a:srgbClr val="3A3A3A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Burnout, work-life imbalance, and career stress affect millions. ThriveMind helps professionals identify early warning signs and take preventive action.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324018" y="4689231"/>
            <a:ext cx="1287240" cy="257448"/>
          </a:xfrm>
          <a:custGeom>
            <a:avLst/>
            <a:gdLst/>
            <a:ahLst/>
            <a:cxnLst/>
            <a:rect l="l" t="t" r="r" b="b"/>
            <a:pathLst>
              <a:path w="1287240" h="257448">
                <a:moveTo>
                  <a:pt x="128724" y="0"/>
                </a:moveTo>
                <a:lnTo>
                  <a:pt x="1158516" y="0"/>
                </a:lnTo>
                <a:cubicBezTo>
                  <a:pt x="1229608" y="0"/>
                  <a:pt x="1287240" y="57632"/>
                  <a:pt x="1287240" y="128724"/>
                </a:cubicBezTo>
                <a:lnTo>
                  <a:pt x="1287240" y="128724"/>
                </a:lnTo>
                <a:cubicBezTo>
                  <a:pt x="1287240" y="199816"/>
                  <a:pt x="1229608" y="257448"/>
                  <a:pt x="1158516" y="257448"/>
                </a:cubicBezTo>
                <a:lnTo>
                  <a:pt x="128724" y="257448"/>
                </a:lnTo>
                <a:cubicBezTo>
                  <a:pt x="57679" y="257448"/>
                  <a:pt x="0" y="199769"/>
                  <a:pt x="0" y="128724"/>
                </a:cubicBezTo>
                <a:lnTo>
                  <a:pt x="0" y="128724"/>
                </a:lnTo>
                <a:cubicBezTo>
                  <a:pt x="0" y="57679"/>
                  <a:pt x="57679" y="0"/>
                  <a:pt x="128724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1324018" y="4689231"/>
            <a:ext cx="1351602" cy="257448"/>
          </a:xfrm>
          <a:prstGeom prst="rect">
            <a:avLst/>
          </a:prstGeom>
          <a:noFill/>
        </p:spPr>
        <p:txBody>
          <a:bodyPr wrap="square" lIns="110335" tIns="36778" rIns="110335" bIns="36778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585C4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Burnout Prevention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686538" y="4689231"/>
            <a:ext cx="1259656" cy="257448"/>
          </a:xfrm>
          <a:custGeom>
            <a:avLst/>
            <a:gdLst/>
            <a:ahLst/>
            <a:cxnLst/>
            <a:rect l="l" t="t" r="r" b="b"/>
            <a:pathLst>
              <a:path w="1259656" h="257448">
                <a:moveTo>
                  <a:pt x="128724" y="0"/>
                </a:moveTo>
                <a:lnTo>
                  <a:pt x="1130932" y="0"/>
                </a:lnTo>
                <a:cubicBezTo>
                  <a:pt x="1202024" y="0"/>
                  <a:pt x="1259656" y="57632"/>
                  <a:pt x="1259656" y="128724"/>
                </a:cubicBezTo>
                <a:lnTo>
                  <a:pt x="1259656" y="128724"/>
                </a:lnTo>
                <a:cubicBezTo>
                  <a:pt x="1259656" y="199816"/>
                  <a:pt x="1202024" y="257448"/>
                  <a:pt x="1130932" y="257448"/>
                </a:cubicBezTo>
                <a:lnTo>
                  <a:pt x="128724" y="257448"/>
                </a:lnTo>
                <a:cubicBezTo>
                  <a:pt x="57679" y="257448"/>
                  <a:pt x="0" y="199769"/>
                  <a:pt x="0" y="128724"/>
                </a:cubicBezTo>
                <a:lnTo>
                  <a:pt x="0" y="128724"/>
                </a:lnTo>
                <a:cubicBezTo>
                  <a:pt x="0" y="57679"/>
                  <a:pt x="57679" y="0"/>
                  <a:pt x="128724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26" name="Text 24"/>
          <p:cNvSpPr/>
          <p:nvPr/>
        </p:nvSpPr>
        <p:spPr>
          <a:xfrm>
            <a:off x="2686538" y="4689231"/>
            <a:ext cx="1324018" cy="257448"/>
          </a:xfrm>
          <a:prstGeom prst="rect">
            <a:avLst/>
          </a:prstGeom>
          <a:noFill/>
        </p:spPr>
        <p:txBody>
          <a:bodyPr wrap="square" lIns="110335" tIns="36778" rIns="110335" bIns="36778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585C4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Work-Life Balance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021667" y="4689231"/>
            <a:ext cx="965430" cy="257448"/>
          </a:xfrm>
          <a:custGeom>
            <a:avLst/>
            <a:gdLst/>
            <a:ahLst/>
            <a:cxnLst/>
            <a:rect l="l" t="t" r="r" b="b"/>
            <a:pathLst>
              <a:path w="965430" h="257448">
                <a:moveTo>
                  <a:pt x="128724" y="0"/>
                </a:moveTo>
                <a:lnTo>
                  <a:pt x="836706" y="0"/>
                </a:lnTo>
                <a:cubicBezTo>
                  <a:pt x="907798" y="0"/>
                  <a:pt x="965430" y="57632"/>
                  <a:pt x="965430" y="128724"/>
                </a:cubicBezTo>
                <a:lnTo>
                  <a:pt x="965430" y="128724"/>
                </a:lnTo>
                <a:cubicBezTo>
                  <a:pt x="965430" y="199816"/>
                  <a:pt x="907798" y="257448"/>
                  <a:pt x="836706" y="257448"/>
                </a:cubicBezTo>
                <a:lnTo>
                  <a:pt x="128724" y="257448"/>
                </a:lnTo>
                <a:cubicBezTo>
                  <a:pt x="57679" y="257448"/>
                  <a:pt x="0" y="199769"/>
                  <a:pt x="0" y="128724"/>
                </a:cubicBezTo>
                <a:lnTo>
                  <a:pt x="0" y="128724"/>
                </a:lnTo>
                <a:cubicBezTo>
                  <a:pt x="0" y="57679"/>
                  <a:pt x="57679" y="0"/>
                  <a:pt x="128724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28" name="Text 26"/>
          <p:cNvSpPr/>
          <p:nvPr/>
        </p:nvSpPr>
        <p:spPr>
          <a:xfrm>
            <a:off x="4021667" y="4689231"/>
            <a:ext cx="1029792" cy="257448"/>
          </a:xfrm>
          <a:prstGeom prst="rect">
            <a:avLst/>
          </a:prstGeom>
          <a:noFill/>
        </p:spPr>
        <p:txBody>
          <a:bodyPr wrap="square" lIns="110335" tIns="36778" rIns="110335" bIns="36778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585C4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Career Stress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6172" y="5277683"/>
            <a:ext cx="6160362" cy="1581466"/>
          </a:xfrm>
          <a:custGeom>
            <a:avLst/>
            <a:gdLst/>
            <a:ahLst/>
            <a:cxnLst/>
            <a:rect l="l" t="t" r="r" b="b"/>
            <a:pathLst>
              <a:path w="6160362" h="1581466">
                <a:moveTo>
                  <a:pt x="36778" y="0"/>
                </a:moveTo>
                <a:lnTo>
                  <a:pt x="6013254" y="0"/>
                </a:lnTo>
                <a:cubicBezTo>
                  <a:pt x="6094500" y="0"/>
                  <a:pt x="6160362" y="65862"/>
                  <a:pt x="6160362" y="147108"/>
                </a:cubicBezTo>
                <a:lnTo>
                  <a:pt x="6160362" y="1434358"/>
                </a:lnTo>
                <a:cubicBezTo>
                  <a:pt x="6160362" y="1515604"/>
                  <a:pt x="6094500" y="1581466"/>
                  <a:pt x="6013254" y="1581466"/>
                </a:cubicBezTo>
                <a:lnTo>
                  <a:pt x="36778" y="1581466"/>
                </a:lnTo>
                <a:cubicBezTo>
                  <a:pt x="16466" y="1581466"/>
                  <a:pt x="0" y="1565000"/>
                  <a:pt x="0" y="1544688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37919" dist="9194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86172" y="5277683"/>
            <a:ext cx="36778" cy="1581466"/>
          </a:xfrm>
          <a:custGeom>
            <a:avLst/>
            <a:gdLst/>
            <a:ahLst/>
            <a:cxnLst/>
            <a:rect l="l" t="t" r="r" b="b"/>
            <a:pathLst>
              <a:path w="36778" h="1581466">
                <a:moveTo>
                  <a:pt x="36778" y="0"/>
                </a:moveTo>
                <a:lnTo>
                  <a:pt x="36778" y="0"/>
                </a:lnTo>
                <a:lnTo>
                  <a:pt x="36778" y="1581466"/>
                </a:lnTo>
                <a:lnTo>
                  <a:pt x="36778" y="1581466"/>
                </a:lnTo>
                <a:cubicBezTo>
                  <a:pt x="16466" y="1581466"/>
                  <a:pt x="0" y="1565000"/>
                  <a:pt x="0" y="1544688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585C45"/>
          </a:solidFill>
        </p:spPr>
      </p:sp>
      <p:sp>
        <p:nvSpPr>
          <p:cNvPr id="31" name="Shape 29"/>
          <p:cNvSpPr/>
          <p:nvPr/>
        </p:nvSpPr>
        <p:spPr>
          <a:xfrm>
            <a:off x="588452" y="5461575"/>
            <a:ext cx="588452" cy="588452"/>
          </a:xfrm>
          <a:custGeom>
            <a:avLst/>
            <a:gdLst/>
            <a:ahLst/>
            <a:cxnLst/>
            <a:rect l="l" t="t" r="r" b="b"/>
            <a:pathLst>
              <a:path w="588452" h="588452">
                <a:moveTo>
                  <a:pt x="294226" y="0"/>
                </a:moveTo>
                <a:lnTo>
                  <a:pt x="294226" y="0"/>
                </a:lnTo>
                <a:cubicBezTo>
                  <a:pt x="456614" y="0"/>
                  <a:pt x="588452" y="131838"/>
                  <a:pt x="588452" y="294226"/>
                </a:cubicBezTo>
                <a:lnTo>
                  <a:pt x="588452" y="294226"/>
                </a:lnTo>
                <a:cubicBezTo>
                  <a:pt x="588452" y="456614"/>
                  <a:pt x="456614" y="588452"/>
                  <a:pt x="294226" y="588452"/>
                </a:cubicBezTo>
                <a:lnTo>
                  <a:pt x="294226" y="588452"/>
                </a:lnTo>
                <a:cubicBezTo>
                  <a:pt x="131838" y="588452"/>
                  <a:pt x="0" y="456614"/>
                  <a:pt x="0" y="294226"/>
                </a:cubicBezTo>
                <a:lnTo>
                  <a:pt x="0" y="294226"/>
                </a:lnTo>
                <a:cubicBezTo>
                  <a:pt x="0" y="131838"/>
                  <a:pt x="131838" y="0"/>
                  <a:pt x="294226" y="0"/>
                </a:cubicBezTo>
                <a:close/>
              </a:path>
            </a:pathLst>
          </a:custGeom>
          <a:solidFill>
            <a:srgbClr val="585C45">
              <a:alpha val="20000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712579" y="5617882"/>
            <a:ext cx="344796" cy="275837"/>
          </a:xfrm>
          <a:custGeom>
            <a:avLst/>
            <a:gdLst/>
            <a:ahLst/>
            <a:cxnLst/>
            <a:rect l="l" t="t" r="r" b="b"/>
            <a:pathLst>
              <a:path w="344796" h="275837">
                <a:moveTo>
                  <a:pt x="172398" y="8620"/>
                </a:moveTo>
                <a:cubicBezTo>
                  <a:pt x="203322" y="8620"/>
                  <a:pt x="228428" y="33726"/>
                  <a:pt x="228428" y="64649"/>
                </a:cubicBezTo>
                <a:cubicBezTo>
                  <a:pt x="228428" y="95573"/>
                  <a:pt x="203322" y="120679"/>
                  <a:pt x="172398" y="120679"/>
                </a:cubicBezTo>
                <a:cubicBezTo>
                  <a:pt x="141475" y="120679"/>
                  <a:pt x="116369" y="95573"/>
                  <a:pt x="116369" y="64649"/>
                </a:cubicBezTo>
                <a:cubicBezTo>
                  <a:pt x="116369" y="33726"/>
                  <a:pt x="141475" y="8620"/>
                  <a:pt x="172398" y="8620"/>
                </a:cubicBezTo>
                <a:close/>
                <a:moveTo>
                  <a:pt x="51719" y="47410"/>
                </a:moveTo>
                <a:cubicBezTo>
                  <a:pt x="73128" y="47410"/>
                  <a:pt x="90509" y="64791"/>
                  <a:pt x="90509" y="86199"/>
                </a:cubicBezTo>
                <a:cubicBezTo>
                  <a:pt x="90509" y="107608"/>
                  <a:pt x="73128" y="124989"/>
                  <a:pt x="51719" y="124989"/>
                </a:cubicBezTo>
                <a:cubicBezTo>
                  <a:pt x="30311" y="124989"/>
                  <a:pt x="12930" y="107608"/>
                  <a:pt x="12930" y="86199"/>
                </a:cubicBezTo>
                <a:cubicBezTo>
                  <a:pt x="12930" y="64791"/>
                  <a:pt x="30311" y="47410"/>
                  <a:pt x="51719" y="47410"/>
                </a:cubicBezTo>
                <a:close/>
                <a:moveTo>
                  <a:pt x="0" y="224118"/>
                </a:moveTo>
                <a:cubicBezTo>
                  <a:pt x="0" y="186028"/>
                  <a:pt x="30870" y="155158"/>
                  <a:pt x="68959" y="155158"/>
                </a:cubicBezTo>
                <a:cubicBezTo>
                  <a:pt x="75855" y="155158"/>
                  <a:pt x="82536" y="156182"/>
                  <a:pt x="88839" y="158068"/>
                </a:cubicBezTo>
                <a:cubicBezTo>
                  <a:pt x="71114" y="177893"/>
                  <a:pt x="60339" y="204076"/>
                  <a:pt x="60339" y="232738"/>
                </a:cubicBezTo>
                <a:lnTo>
                  <a:pt x="60339" y="241357"/>
                </a:lnTo>
                <a:cubicBezTo>
                  <a:pt x="60339" y="247499"/>
                  <a:pt x="61632" y="253318"/>
                  <a:pt x="63949" y="258597"/>
                </a:cubicBezTo>
                <a:lnTo>
                  <a:pt x="17240" y="258597"/>
                </a:lnTo>
                <a:cubicBezTo>
                  <a:pt x="7704" y="258597"/>
                  <a:pt x="0" y="250893"/>
                  <a:pt x="0" y="241357"/>
                </a:cubicBezTo>
                <a:lnTo>
                  <a:pt x="0" y="224118"/>
                </a:lnTo>
                <a:close/>
                <a:moveTo>
                  <a:pt x="280847" y="258597"/>
                </a:moveTo>
                <a:cubicBezTo>
                  <a:pt x="283164" y="253318"/>
                  <a:pt x="284457" y="247499"/>
                  <a:pt x="284457" y="241357"/>
                </a:cubicBezTo>
                <a:lnTo>
                  <a:pt x="284457" y="232738"/>
                </a:lnTo>
                <a:cubicBezTo>
                  <a:pt x="284457" y="204076"/>
                  <a:pt x="273682" y="177893"/>
                  <a:pt x="255957" y="158068"/>
                </a:cubicBezTo>
                <a:cubicBezTo>
                  <a:pt x="262261" y="156182"/>
                  <a:pt x="268941" y="155158"/>
                  <a:pt x="275837" y="155158"/>
                </a:cubicBezTo>
                <a:cubicBezTo>
                  <a:pt x="313926" y="155158"/>
                  <a:pt x="344796" y="186028"/>
                  <a:pt x="344796" y="224118"/>
                </a:cubicBezTo>
                <a:lnTo>
                  <a:pt x="344796" y="241357"/>
                </a:lnTo>
                <a:cubicBezTo>
                  <a:pt x="344796" y="250893"/>
                  <a:pt x="337092" y="258597"/>
                  <a:pt x="327557" y="258597"/>
                </a:cubicBezTo>
                <a:lnTo>
                  <a:pt x="280847" y="258597"/>
                </a:lnTo>
                <a:close/>
                <a:moveTo>
                  <a:pt x="254287" y="86199"/>
                </a:moveTo>
                <a:cubicBezTo>
                  <a:pt x="254287" y="64791"/>
                  <a:pt x="271668" y="47410"/>
                  <a:pt x="293077" y="47410"/>
                </a:cubicBezTo>
                <a:cubicBezTo>
                  <a:pt x="314485" y="47410"/>
                  <a:pt x="331867" y="64791"/>
                  <a:pt x="331867" y="86199"/>
                </a:cubicBezTo>
                <a:cubicBezTo>
                  <a:pt x="331867" y="107608"/>
                  <a:pt x="314485" y="124989"/>
                  <a:pt x="293077" y="124989"/>
                </a:cubicBezTo>
                <a:cubicBezTo>
                  <a:pt x="271668" y="124989"/>
                  <a:pt x="254287" y="107608"/>
                  <a:pt x="254287" y="86199"/>
                </a:cubicBezTo>
                <a:close/>
                <a:moveTo>
                  <a:pt x="86199" y="232738"/>
                </a:moveTo>
                <a:cubicBezTo>
                  <a:pt x="86199" y="185113"/>
                  <a:pt x="124773" y="146538"/>
                  <a:pt x="172398" y="146538"/>
                </a:cubicBezTo>
                <a:cubicBezTo>
                  <a:pt x="220023" y="146538"/>
                  <a:pt x="258597" y="185113"/>
                  <a:pt x="258597" y="232738"/>
                </a:cubicBezTo>
                <a:lnTo>
                  <a:pt x="258597" y="241357"/>
                </a:lnTo>
                <a:cubicBezTo>
                  <a:pt x="258597" y="250893"/>
                  <a:pt x="250893" y="258597"/>
                  <a:pt x="241357" y="258597"/>
                </a:cubicBezTo>
                <a:lnTo>
                  <a:pt x="103439" y="258597"/>
                </a:lnTo>
                <a:cubicBezTo>
                  <a:pt x="93903" y="258597"/>
                  <a:pt x="86199" y="250893"/>
                  <a:pt x="86199" y="241357"/>
                </a:cubicBezTo>
                <a:lnTo>
                  <a:pt x="86199" y="232738"/>
                </a:lnTo>
                <a:close/>
              </a:path>
            </a:pathLst>
          </a:custGeom>
          <a:solidFill>
            <a:srgbClr val="585C45"/>
          </a:solidFill>
        </p:spPr>
      </p:sp>
      <p:sp>
        <p:nvSpPr>
          <p:cNvPr id="33" name="Text 31"/>
          <p:cNvSpPr/>
          <p:nvPr/>
        </p:nvSpPr>
        <p:spPr>
          <a:xfrm>
            <a:off x="1324018" y="5461575"/>
            <a:ext cx="5148959" cy="2942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0" b="1" dirty="0">
                <a:solidFill>
                  <a:srgbClr val="585C45"/>
                </a:solidFill>
                <a:latin typeface="Unna" panose="02040503070705020203" pitchFamily="34" charset="0"/>
                <a:ea typeface="Unna" panose="02040503070705020203" pitchFamily="34" charset="-122"/>
                <a:cs typeface="Unna" panose="02040503070705020203" pitchFamily="34" charset="-120"/>
              </a:rPr>
              <a:t>General Public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324018" y="5829357"/>
            <a:ext cx="5112181" cy="4781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0" dirty="0">
                <a:solidFill>
                  <a:srgbClr val="3A3A3A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Anyone wanting a quick mental health check can benefit. Whether you're feeling off or just want to maintain wellness, ThriveMind is here.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324018" y="6417810"/>
            <a:ext cx="1112543" cy="257448"/>
          </a:xfrm>
          <a:custGeom>
            <a:avLst/>
            <a:gdLst/>
            <a:ahLst/>
            <a:cxnLst/>
            <a:rect l="l" t="t" r="r" b="b"/>
            <a:pathLst>
              <a:path w="1112543" h="257448">
                <a:moveTo>
                  <a:pt x="128724" y="0"/>
                </a:moveTo>
                <a:lnTo>
                  <a:pt x="983819" y="0"/>
                </a:lnTo>
                <a:cubicBezTo>
                  <a:pt x="1054911" y="0"/>
                  <a:pt x="1112543" y="57632"/>
                  <a:pt x="1112543" y="128724"/>
                </a:cubicBezTo>
                <a:lnTo>
                  <a:pt x="1112543" y="128724"/>
                </a:lnTo>
                <a:cubicBezTo>
                  <a:pt x="1112543" y="199816"/>
                  <a:pt x="1054911" y="257448"/>
                  <a:pt x="983819" y="257448"/>
                </a:cubicBezTo>
                <a:lnTo>
                  <a:pt x="128724" y="257448"/>
                </a:lnTo>
                <a:cubicBezTo>
                  <a:pt x="57679" y="257448"/>
                  <a:pt x="0" y="199769"/>
                  <a:pt x="0" y="128724"/>
                </a:cubicBezTo>
                <a:lnTo>
                  <a:pt x="0" y="128724"/>
                </a:lnTo>
                <a:cubicBezTo>
                  <a:pt x="0" y="57679"/>
                  <a:pt x="57679" y="0"/>
                  <a:pt x="128724" y="0"/>
                </a:cubicBezTo>
                <a:close/>
              </a:path>
            </a:pathLst>
          </a:custGeom>
          <a:solidFill>
            <a:srgbClr val="585C45">
              <a:alpha val="20000"/>
            </a:srgbClr>
          </a:solidFill>
        </p:spPr>
      </p:sp>
      <p:sp>
        <p:nvSpPr>
          <p:cNvPr id="36" name="Text 34"/>
          <p:cNvSpPr/>
          <p:nvPr/>
        </p:nvSpPr>
        <p:spPr>
          <a:xfrm>
            <a:off x="1324018" y="6417810"/>
            <a:ext cx="1176905" cy="257448"/>
          </a:xfrm>
          <a:prstGeom prst="rect">
            <a:avLst/>
          </a:prstGeom>
          <a:noFill/>
        </p:spPr>
        <p:txBody>
          <a:bodyPr wrap="square" lIns="110335" tIns="36778" rIns="110335" bIns="36778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585C4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Wellness Check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2511746" y="6417810"/>
            <a:ext cx="1066570" cy="257448"/>
          </a:xfrm>
          <a:custGeom>
            <a:avLst/>
            <a:gdLst/>
            <a:ahLst/>
            <a:cxnLst/>
            <a:rect l="l" t="t" r="r" b="b"/>
            <a:pathLst>
              <a:path w="1066570" h="257448">
                <a:moveTo>
                  <a:pt x="128724" y="0"/>
                </a:moveTo>
                <a:lnTo>
                  <a:pt x="937846" y="0"/>
                </a:lnTo>
                <a:cubicBezTo>
                  <a:pt x="1008938" y="0"/>
                  <a:pt x="1066570" y="57632"/>
                  <a:pt x="1066570" y="128724"/>
                </a:cubicBezTo>
                <a:lnTo>
                  <a:pt x="1066570" y="128724"/>
                </a:lnTo>
                <a:cubicBezTo>
                  <a:pt x="1066570" y="199816"/>
                  <a:pt x="1008938" y="257448"/>
                  <a:pt x="937846" y="257448"/>
                </a:cubicBezTo>
                <a:lnTo>
                  <a:pt x="128724" y="257448"/>
                </a:lnTo>
                <a:cubicBezTo>
                  <a:pt x="57679" y="257448"/>
                  <a:pt x="0" y="199769"/>
                  <a:pt x="0" y="128724"/>
                </a:cubicBezTo>
                <a:lnTo>
                  <a:pt x="0" y="128724"/>
                </a:lnTo>
                <a:cubicBezTo>
                  <a:pt x="0" y="57679"/>
                  <a:pt x="57679" y="0"/>
                  <a:pt x="128724" y="0"/>
                </a:cubicBezTo>
                <a:close/>
              </a:path>
            </a:pathLst>
          </a:custGeom>
          <a:solidFill>
            <a:srgbClr val="585C45">
              <a:alpha val="20000"/>
            </a:srgbClr>
          </a:solidFill>
        </p:spPr>
      </p:sp>
      <p:sp>
        <p:nvSpPr>
          <p:cNvPr id="38" name="Text 36"/>
          <p:cNvSpPr/>
          <p:nvPr/>
        </p:nvSpPr>
        <p:spPr>
          <a:xfrm>
            <a:off x="2511746" y="6417810"/>
            <a:ext cx="1130932" cy="257448"/>
          </a:xfrm>
          <a:prstGeom prst="rect">
            <a:avLst/>
          </a:prstGeom>
          <a:noFill/>
        </p:spPr>
        <p:txBody>
          <a:bodyPr wrap="square" lIns="110335" tIns="36778" rIns="110335" bIns="36778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585C4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Early Detection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652352" y="6417810"/>
            <a:ext cx="1103348" cy="257448"/>
          </a:xfrm>
          <a:custGeom>
            <a:avLst/>
            <a:gdLst/>
            <a:ahLst/>
            <a:cxnLst/>
            <a:rect l="l" t="t" r="r" b="b"/>
            <a:pathLst>
              <a:path w="1103348" h="257448">
                <a:moveTo>
                  <a:pt x="128724" y="0"/>
                </a:moveTo>
                <a:lnTo>
                  <a:pt x="974624" y="0"/>
                </a:lnTo>
                <a:cubicBezTo>
                  <a:pt x="1045717" y="0"/>
                  <a:pt x="1103348" y="57632"/>
                  <a:pt x="1103348" y="128724"/>
                </a:cubicBezTo>
                <a:lnTo>
                  <a:pt x="1103348" y="128724"/>
                </a:lnTo>
                <a:cubicBezTo>
                  <a:pt x="1103348" y="199816"/>
                  <a:pt x="1045717" y="257448"/>
                  <a:pt x="974624" y="257448"/>
                </a:cubicBezTo>
                <a:lnTo>
                  <a:pt x="128724" y="257448"/>
                </a:lnTo>
                <a:cubicBezTo>
                  <a:pt x="57679" y="257448"/>
                  <a:pt x="0" y="199769"/>
                  <a:pt x="0" y="128724"/>
                </a:cubicBezTo>
                <a:lnTo>
                  <a:pt x="0" y="128724"/>
                </a:lnTo>
                <a:cubicBezTo>
                  <a:pt x="0" y="57679"/>
                  <a:pt x="57679" y="0"/>
                  <a:pt x="128724" y="0"/>
                </a:cubicBezTo>
                <a:close/>
              </a:path>
            </a:pathLst>
          </a:custGeom>
          <a:solidFill>
            <a:srgbClr val="585C45">
              <a:alpha val="20000"/>
            </a:srgbClr>
          </a:solidFill>
        </p:spPr>
      </p:sp>
      <p:sp>
        <p:nvSpPr>
          <p:cNvPr id="40" name="Text 38"/>
          <p:cNvSpPr/>
          <p:nvPr/>
        </p:nvSpPr>
        <p:spPr>
          <a:xfrm>
            <a:off x="3652352" y="6417810"/>
            <a:ext cx="1167710" cy="257448"/>
          </a:xfrm>
          <a:prstGeom prst="rect">
            <a:avLst/>
          </a:prstGeom>
          <a:noFill/>
        </p:spPr>
        <p:txBody>
          <a:bodyPr wrap="square" lIns="110335" tIns="36778" rIns="110335" bIns="36778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585C4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Self-Awareness</a:t>
            </a:r>
            <a:endParaRPr lang="en-US" sz="1600" dirty="0"/>
          </a:p>
        </p:txBody>
      </p:sp>
      <p:pic>
        <p:nvPicPr>
          <p:cNvPr id="41" name="Image 0" descr="https://kimi-web-img.moonshot.cn/img/www.21kschool.com/8cb3b6dea440fb34a059d144c34af42850a6e195.png"/>
          <p:cNvPicPr>
            <a:picLocks noChangeAspect="1"/>
          </p:cNvPicPr>
          <p:nvPr/>
        </p:nvPicPr>
        <p:blipFill>
          <a:blip r:embed="rId1"/>
          <a:srcRect t="3455" b="3455"/>
          <a:stretch>
            <a:fillRect/>
          </a:stretch>
        </p:blipFill>
        <p:spPr>
          <a:xfrm>
            <a:off x="6769215" y="1628588"/>
            <a:ext cx="5057014" cy="2353810"/>
          </a:xfrm>
          <a:prstGeom prst="roundRect">
            <a:avLst>
              <a:gd name="adj" fmla="val 6250"/>
            </a:avLst>
          </a:prstGeom>
        </p:spPr>
      </p:pic>
      <p:sp>
        <p:nvSpPr>
          <p:cNvPr id="42" name="Shape 39"/>
          <p:cNvSpPr/>
          <p:nvPr/>
        </p:nvSpPr>
        <p:spPr>
          <a:xfrm>
            <a:off x="6769215" y="1628588"/>
            <a:ext cx="5057014" cy="2353810"/>
          </a:xfrm>
          <a:custGeom>
            <a:avLst/>
            <a:gdLst/>
            <a:ahLst/>
            <a:cxnLst/>
            <a:rect l="l" t="t" r="r" b="b"/>
            <a:pathLst>
              <a:path w="5057014" h="2353810">
                <a:moveTo>
                  <a:pt x="0" y="0"/>
                </a:moveTo>
                <a:lnTo>
                  <a:pt x="5057014" y="0"/>
                </a:lnTo>
                <a:lnTo>
                  <a:pt x="5057014" y="2353810"/>
                </a:lnTo>
                <a:lnTo>
                  <a:pt x="0" y="235381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585C45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</p:spPr>
      </p:sp>
      <p:sp>
        <p:nvSpPr>
          <p:cNvPr id="43" name="Text 40"/>
          <p:cNvSpPr/>
          <p:nvPr/>
        </p:nvSpPr>
        <p:spPr>
          <a:xfrm>
            <a:off x="6916328" y="3541059"/>
            <a:ext cx="4873122" cy="2942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0" b="1" dirty="0">
                <a:solidFill>
                  <a:srgbClr val="F8F6F2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Student Wellness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6769215" y="4129511"/>
            <a:ext cx="5057014" cy="2684814"/>
          </a:xfrm>
          <a:custGeom>
            <a:avLst/>
            <a:gdLst/>
            <a:ahLst/>
            <a:cxnLst/>
            <a:rect l="l" t="t" r="r" b="b"/>
            <a:pathLst>
              <a:path w="5057014" h="2684814">
                <a:moveTo>
                  <a:pt x="147101" y="0"/>
                </a:moveTo>
                <a:lnTo>
                  <a:pt x="4909913" y="0"/>
                </a:lnTo>
                <a:cubicBezTo>
                  <a:pt x="4991154" y="0"/>
                  <a:pt x="5057014" y="65859"/>
                  <a:pt x="5057014" y="147101"/>
                </a:cubicBezTo>
                <a:lnTo>
                  <a:pt x="5057014" y="2537713"/>
                </a:lnTo>
                <a:cubicBezTo>
                  <a:pt x="5057014" y="2618955"/>
                  <a:pt x="4991154" y="2684814"/>
                  <a:pt x="4909913" y="2684814"/>
                </a:cubicBezTo>
                <a:lnTo>
                  <a:pt x="147101" y="2684814"/>
                </a:lnTo>
                <a:cubicBezTo>
                  <a:pt x="65859" y="2684814"/>
                  <a:pt x="0" y="2618955"/>
                  <a:pt x="0" y="2537713"/>
                </a:cubicBezTo>
                <a:lnTo>
                  <a:pt x="0" y="147101"/>
                </a:lnTo>
                <a:cubicBezTo>
                  <a:pt x="0" y="65914"/>
                  <a:pt x="65914" y="0"/>
                  <a:pt x="147101" y="0"/>
                </a:cubicBezTo>
                <a:close/>
              </a:path>
            </a:pathLst>
          </a:custGeom>
          <a:solidFill>
            <a:srgbClr val="585C45"/>
          </a:solidFill>
          <a:effectLst>
            <a:outerShdw blurRad="137919" dist="9194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7031260" y="4350181"/>
            <a:ext cx="331005" cy="331005"/>
          </a:xfrm>
          <a:custGeom>
            <a:avLst/>
            <a:gdLst/>
            <a:ahLst/>
            <a:cxnLst/>
            <a:rect l="l" t="t" r="r" b="b"/>
            <a:pathLst>
              <a:path w="331005" h="331005">
                <a:moveTo>
                  <a:pt x="175782" y="13059"/>
                </a:moveTo>
                <a:cubicBezTo>
                  <a:pt x="169446" y="9439"/>
                  <a:pt x="161623" y="9439"/>
                  <a:pt x="155223" y="13059"/>
                </a:cubicBezTo>
                <a:lnTo>
                  <a:pt x="10409" y="95810"/>
                </a:lnTo>
                <a:cubicBezTo>
                  <a:pt x="2263" y="100465"/>
                  <a:pt x="-1746" y="110033"/>
                  <a:pt x="646" y="119084"/>
                </a:cubicBezTo>
                <a:cubicBezTo>
                  <a:pt x="3039" y="128135"/>
                  <a:pt x="11314" y="134471"/>
                  <a:pt x="20688" y="134471"/>
                </a:cubicBezTo>
                <a:lnTo>
                  <a:pt x="41376" y="134471"/>
                </a:lnTo>
                <a:lnTo>
                  <a:pt x="41376" y="268941"/>
                </a:lnTo>
                <a:lnTo>
                  <a:pt x="41376" y="268941"/>
                </a:lnTo>
                <a:lnTo>
                  <a:pt x="8275" y="293767"/>
                </a:lnTo>
                <a:cubicBezTo>
                  <a:pt x="3039" y="297645"/>
                  <a:pt x="0" y="303787"/>
                  <a:pt x="0" y="310317"/>
                </a:cubicBezTo>
                <a:cubicBezTo>
                  <a:pt x="0" y="321760"/>
                  <a:pt x="9245" y="331005"/>
                  <a:pt x="20688" y="331005"/>
                </a:cubicBezTo>
                <a:lnTo>
                  <a:pt x="310317" y="331005"/>
                </a:lnTo>
                <a:cubicBezTo>
                  <a:pt x="321760" y="331005"/>
                  <a:pt x="331005" y="321760"/>
                  <a:pt x="331005" y="310317"/>
                </a:cubicBezTo>
                <a:cubicBezTo>
                  <a:pt x="331005" y="303787"/>
                  <a:pt x="327966" y="297645"/>
                  <a:pt x="322729" y="293767"/>
                </a:cubicBezTo>
                <a:lnTo>
                  <a:pt x="289629" y="268941"/>
                </a:lnTo>
                <a:lnTo>
                  <a:pt x="289629" y="134471"/>
                </a:lnTo>
                <a:lnTo>
                  <a:pt x="310317" y="134471"/>
                </a:lnTo>
                <a:cubicBezTo>
                  <a:pt x="319691" y="134471"/>
                  <a:pt x="327901" y="128135"/>
                  <a:pt x="330293" y="119084"/>
                </a:cubicBezTo>
                <a:cubicBezTo>
                  <a:pt x="332685" y="110033"/>
                  <a:pt x="328677" y="100465"/>
                  <a:pt x="320531" y="95810"/>
                </a:cubicBezTo>
                <a:lnTo>
                  <a:pt x="175717" y="13059"/>
                </a:lnTo>
                <a:close/>
                <a:moveTo>
                  <a:pt x="258597" y="134471"/>
                </a:moveTo>
                <a:lnTo>
                  <a:pt x="258597" y="268941"/>
                </a:lnTo>
                <a:lnTo>
                  <a:pt x="217222" y="268941"/>
                </a:lnTo>
                <a:lnTo>
                  <a:pt x="217222" y="134471"/>
                </a:lnTo>
                <a:lnTo>
                  <a:pt x="258597" y="134471"/>
                </a:lnTo>
                <a:close/>
                <a:moveTo>
                  <a:pt x="186190" y="134471"/>
                </a:moveTo>
                <a:lnTo>
                  <a:pt x="186190" y="268941"/>
                </a:lnTo>
                <a:lnTo>
                  <a:pt x="144814" y="268941"/>
                </a:lnTo>
                <a:lnTo>
                  <a:pt x="144814" y="134471"/>
                </a:lnTo>
                <a:lnTo>
                  <a:pt x="186190" y="134471"/>
                </a:lnTo>
                <a:close/>
                <a:moveTo>
                  <a:pt x="113783" y="134471"/>
                </a:moveTo>
                <a:lnTo>
                  <a:pt x="113783" y="268941"/>
                </a:lnTo>
                <a:lnTo>
                  <a:pt x="72407" y="268941"/>
                </a:lnTo>
                <a:lnTo>
                  <a:pt x="72407" y="134471"/>
                </a:lnTo>
                <a:lnTo>
                  <a:pt x="113783" y="134471"/>
                </a:lnTo>
                <a:close/>
                <a:moveTo>
                  <a:pt x="165502" y="62063"/>
                </a:moveTo>
                <a:cubicBezTo>
                  <a:pt x="176920" y="62063"/>
                  <a:pt x="186190" y="71333"/>
                  <a:pt x="186190" y="82751"/>
                </a:cubicBezTo>
                <a:cubicBezTo>
                  <a:pt x="186190" y="94169"/>
                  <a:pt x="176920" y="103439"/>
                  <a:pt x="165502" y="103439"/>
                </a:cubicBezTo>
                <a:cubicBezTo>
                  <a:pt x="154084" y="103439"/>
                  <a:pt x="144814" y="94169"/>
                  <a:pt x="144814" y="82751"/>
                </a:cubicBezTo>
                <a:cubicBezTo>
                  <a:pt x="144814" y="71333"/>
                  <a:pt x="154084" y="62063"/>
                  <a:pt x="165502" y="62063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46" name="Text 43"/>
          <p:cNvSpPr/>
          <p:nvPr/>
        </p:nvSpPr>
        <p:spPr>
          <a:xfrm>
            <a:off x="7550753" y="4368570"/>
            <a:ext cx="1930860" cy="2942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0" b="1" dirty="0">
                <a:solidFill>
                  <a:srgbClr val="F8F6F2"/>
                </a:solidFill>
                <a:latin typeface="Unna" panose="02040503070705020203" pitchFamily="34" charset="0"/>
                <a:ea typeface="Unna" panose="02040503070705020203" pitchFamily="34" charset="-122"/>
                <a:cs typeface="Unna" panose="02040503070705020203" pitchFamily="34" charset="-120"/>
              </a:rPr>
              <a:t>Integration Potential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6989885" y="4828299"/>
            <a:ext cx="4698425" cy="8091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5" dirty="0">
                <a:solidFill>
                  <a:srgbClr val="F8F6F2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ThriveMind can be seamlessly integrated into college counseling systems, employee wellness programs, and healthcare platforms.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7008274" y="5819014"/>
            <a:ext cx="147113" cy="147113"/>
          </a:xfrm>
          <a:custGeom>
            <a:avLst/>
            <a:gdLst/>
            <a:ahLst/>
            <a:cxnLst/>
            <a:rect l="l" t="t" r="r" b="b"/>
            <a:pathLst>
              <a:path w="147113" h="147113">
                <a:moveTo>
                  <a:pt x="73557" y="147113"/>
                </a:moveTo>
                <a:cubicBezTo>
                  <a:pt x="114154" y="147113"/>
                  <a:pt x="147113" y="114154"/>
                  <a:pt x="147113" y="73557"/>
                </a:cubicBezTo>
                <a:cubicBezTo>
                  <a:pt x="147113" y="32960"/>
                  <a:pt x="114154" y="0"/>
                  <a:pt x="73557" y="0"/>
                </a:cubicBezTo>
                <a:cubicBezTo>
                  <a:pt x="32960" y="0"/>
                  <a:pt x="0" y="32960"/>
                  <a:pt x="0" y="73557"/>
                </a:cubicBezTo>
                <a:cubicBezTo>
                  <a:pt x="0" y="114154"/>
                  <a:pt x="32960" y="147113"/>
                  <a:pt x="73557" y="147113"/>
                </a:cubicBezTo>
                <a:close/>
                <a:moveTo>
                  <a:pt x="97807" y="61115"/>
                </a:moveTo>
                <a:lnTo>
                  <a:pt x="74821" y="97893"/>
                </a:lnTo>
                <a:cubicBezTo>
                  <a:pt x="73614" y="99819"/>
                  <a:pt x="71545" y="101025"/>
                  <a:pt x="69275" y="101140"/>
                </a:cubicBezTo>
                <a:cubicBezTo>
                  <a:pt x="67005" y="101255"/>
                  <a:pt x="64822" y="100221"/>
                  <a:pt x="63471" y="98382"/>
                </a:cubicBezTo>
                <a:lnTo>
                  <a:pt x="49679" y="79993"/>
                </a:lnTo>
                <a:cubicBezTo>
                  <a:pt x="47381" y="76947"/>
                  <a:pt x="48013" y="72637"/>
                  <a:pt x="51059" y="70338"/>
                </a:cubicBezTo>
                <a:cubicBezTo>
                  <a:pt x="54104" y="68040"/>
                  <a:pt x="58414" y="68672"/>
                  <a:pt x="60713" y="71718"/>
                </a:cubicBezTo>
                <a:lnTo>
                  <a:pt x="68471" y="82062"/>
                </a:lnTo>
                <a:lnTo>
                  <a:pt x="86113" y="53817"/>
                </a:lnTo>
                <a:cubicBezTo>
                  <a:pt x="88124" y="50599"/>
                  <a:pt x="92377" y="49593"/>
                  <a:pt x="95624" y="51633"/>
                </a:cubicBezTo>
                <a:cubicBezTo>
                  <a:pt x="98870" y="53673"/>
                  <a:pt x="99847" y="57897"/>
                  <a:pt x="97807" y="61144"/>
                </a:cubicBezTo>
                <a:close/>
              </a:path>
            </a:pathLst>
          </a:custGeom>
          <a:solidFill>
            <a:srgbClr val="A3B18A"/>
          </a:solidFill>
        </p:spPr>
      </p:sp>
      <p:sp>
        <p:nvSpPr>
          <p:cNvPr id="49" name="Text 46"/>
          <p:cNvSpPr/>
          <p:nvPr/>
        </p:nvSpPr>
        <p:spPr>
          <a:xfrm>
            <a:off x="7284111" y="5782235"/>
            <a:ext cx="1903276" cy="2206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0" dirty="0">
                <a:solidFill>
                  <a:srgbClr val="F8F6F2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University counseling portals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7008274" y="6113240"/>
            <a:ext cx="147113" cy="147113"/>
          </a:xfrm>
          <a:custGeom>
            <a:avLst/>
            <a:gdLst/>
            <a:ahLst/>
            <a:cxnLst/>
            <a:rect l="l" t="t" r="r" b="b"/>
            <a:pathLst>
              <a:path w="147113" h="147113">
                <a:moveTo>
                  <a:pt x="73557" y="147113"/>
                </a:moveTo>
                <a:cubicBezTo>
                  <a:pt x="114154" y="147113"/>
                  <a:pt x="147113" y="114154"/>
                  <a:pt x="147113" y="73557"/>
                </a:cubicBezTo>
                <a:cubicBezTo>
                  <a:pt x="147113" y="32960"/>
                  <a:pt x="114154" y="0"/>
                  <a:pt x="73557" y="0"/>
                </a:cubicBezTo>
                <a:cubicBezTo>
                  <a:pt x="32960" y="0"/>
                  <a:pt x="0" y="32960"/>
                  <a:pt x="0" y="73557"/>
                </a:cubicBezTo>
                <a:cubicBezTo>
                  <a:pt x="0" y="114154"/>
                  <a:pt x="32960" y="147113"/>
                  <a:pt x="73557" y="147113"/>
                </a:cubicBezTo>
                <a:close/>
                <a:moveTo>
                  <a:pt x="97807" y="61115"/>
                </a:moveTo>
                <a:lnTo>
                  <a:pt x="74821" y="97893"/>
                </a:lnTo>
                <a:cubicBezTo>
                  <a:pt x="73614" y="99819"/>
                  <a:pt x="71545" y="101025"/>
                  <a:pt x="69275" y="101140"/>
                </a:cubicBezTo>
                <a:cubicBezTo>
                  <a:pt x="67005" y="101255"/>
                  <a:pt x="64822" y="100221"/>
                  <a:pt x="63471" y="98382"/>
                </a:cubicBezTo>
                <a:lnTo>
                  <a:pt x="49679" y="79993"/>
                </a:lnTo>
                <a:cubicBezTo>
                  <a:pt x="47381" y="76947"/>
                  <a:pt x="48013" y="72637"/>
                  <a:pt x="51059" y="70338"/>
                </a:cubicBezTo>
                <a:cubicBezTo>
                  <a:pt x="54104" y="68040"/>
                  <a:pt x="58414" y="68672"/>
                  <a:pt x="60713" y="71718"/>
                </a:cubicBezTo>
                <a:lnTo>
                  <a:pt x="68471" y="82062"/>
                </a:lnTo>
                <a:lnTo>
                  <a:pt x="86113" y="53817"/>
                </a:lnTo>
                <a:cubicBezTo>
                  <a:pt x="88124" y="50599"/>
                  <a:pt x="92377" y="49593"/>
                  <a:pt x="95624" y="51633"/>
                </a:cubicBezTo>
                <a:cubicBezTo>
                  <a:pt x="98870" y="53673"/>
                  <a:pt x="99847" y="57897"/>
                  <a:pt x="97807" y="61144"/>
                </a:cubicBezTo>
                <a:close/>
              </a:path>
            </a:pathLst>
          </a:custGeom>
          <a:solidFill>
            <a:srgbClr val="A3B18A"/>
          </a:solidFill>
        </p:spPr>
      </p:sp>
      <p:sp>
        <p:nvSpPr>
          <p:cNvPr id="51" name="Text 48"/>
          <p:cNvSpPr/>
          <p:nvPr/>
        </p:nvSpPr>
        <p:spPr>
          <a:xfrm>
            <a:off x="7284111" y="6076462"/>
            <a:ext cx="1958443" cy="2206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0" dirty="0">
                <a:solidFill>
                  <a:srgbClr val="F8F6F2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Corporate wellness programs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7008274" y="6407466"/>
            <a:ext cx="147113" cy="147113"/>
          </a:xfrm>
          <a:custGeom>
            <a:avLst/>
            <a:gdLst/>
            <a:ahLst/>
            <a:cxnLst/>
            <a:rect l="l" t="t" r="r" b="b"/>
            <a:pathLst>
              <a:path w="147113" h="147113">
                <a:moveTo>
                  <a:pt x="73557" y="147113"/>
                </a:moveTo>
                <a:cubicBezTo>
                  <a:pt x="114154" y="147113"/>
                  <a:pt x="147113" y="114154"/>
                  <a:pt x="147113" y="73557"/>
                </a:cubicBezTo>
                <a:cubicBezTo>
                  <a:pt x="147113" y="32960"/>
                  <a:pt x="114154" y="0"/>
                  <a:pt x="73557" y="0"/>
                </a:cubicBezTo>
                <a:cubicBezTo>
                  <a:pt x="32960" y="0"/>
                  <a:pt x="0" y="32960"/>
                  <a:pt x="0" y="73557"/>
                </a:cubicBezTo>
                <a:cubicBezTo>
                  <a:pt x="0" y="114154"/>
                  <a:pt x="32960" y="147113"/>
                  <a:pt x="73557" y="147113"/>
                </a:cubicBezTo>
                <a:close/>
                <a:moveTo>
                  <a:pt x="97807" y="61115"/>
                </a:moveTo>
                <a:lnTo>
                  <a:pt x="74821" y="97893"/>
                </a:lnTo>
                <a:cubicBezTo>
                  <a:pt x="73614" y="99819"/>
                  <a:pt x="71545" y="101025"/>
                  <a:pt x="69275" y="101140"/>
                </a:cubicBezTo>
                <a:cubicBezTo>
                  <a:pt x="67005" y="101255"/>
                  <a:pt x="64822" y="100221"/>
                  <a:pt x="63471" y="98382"/>
                </a:cubicBezTo>
                <a:lnTo>
                  <a:pt x="49679" y="79993"/>
                </a:lnTo>
                <a:cubicBezTo>
                  <a:pt x="47381" y="76947"/>
                  <a:pt x="48013" y="72637"/>
                  <a:pt x="51059" y="70338"/>
                </a:cubicBezTo>
                <a:cubicBezTo>
                  <a:pt x="54104" y="68040"/>
                  <a:pt x="58414" y="68672"/>
                  <a:pt x="60713" y="71718"/>
                </a:cubicBezTo>
                <a:lnTo>
                  <a:pt x="68471" y="82062"/>
                </a:lnTo>
                <a:lnTo>
                  <a:pt x="86113" y="53817"/>
                </a:lnTo>
                <a:cubicBezTo>
                  <a:pt x="88124" y="50599"/>
                  <a:pt x="92377" y="49593"/>
                  <a:pt x="95624" y="51633"/>
                </a:cubicBezTo>
                <a:cubicBezTo>
                  <a:pt x="98870" y="53673"/>
                  <a:pt x="99847" y="57897"/>
                  <a:pt x="97807" y="61144"/>
                </a:cubicBezTo>
                <a:close/>
              </a:path>
            </a:pathLst>
          </a:custGeom>
          <a:solidFill>
            <a:srgbClr val="A3B18A"/>
          </a:solidFill>
        </p:spPr>
      </p:sp>
      <p:sp>
        <p:nvSpPr>
          <p:cNvPr id="53" name="Text 50"/>
          <p:cNvSpPr/>
          <p:nvPr/>
        </p:nvSpPr>
        <p:spPr>
          <a:xfrm>
            <a:off x="7284111" y="6370688"/>
            <a:ext cx="1940054" cy="2206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0" dirty="0">
                <a:solidFill>
                  <a:srgbClr val="F8F6F2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Healthcare provider websites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099d7dca5d2cfe9eed5a803ec86e2e4dd040c897.jpeg"/>
          <p:cNvPicPr>
            <a:picLocks noChangeAspect="1"/>
          </p:cNvPicPr>
          <p:nvPr/>
        </p:nvPicPr>
        <p:blipFill>
          <a:blip r:embed="rId1"/>
          <a:srcRect l="180" r="180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585C45">
                  <a:alpha val="90000"/>
                </a:srgbClr>
              </a:gs>
              <a:gs pos="50000">
                <a:srgbClr val="A3B18A">
                  <a:alpha val="85000"/>
                </a:srgbClr>
              </a:gs>
              <a:gs pos="100000">
                <a:srgbClr val="D4A373">
                  <a:alpha val="80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5810151" y="276225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269007" y="97222"/>
                </a:moveTo>
                <a:lnTo>
                  <a:pt x="285750" y="120328"/>
                </a:lnTo>
                <a:lnTo>
                  <a:pt x="302493" y="97222"/>
                </a:lnTo>
                <a:cubicBezTo>
                  <a:pt x="330398" y="58601"/>
                  <a:pt x="375270" y="35719"/>
                  <a:pt x="422932" y="35719"/>
                </a:cubicBezTo>
                <a:cubicBezTo>
                  <a:pt x="504974" y="35719"/>
                  <a:pt x="571500" y="102245"/>
                  <a:pt x="571500" y="184286"/>
                </a:cubicBezTo>
                <a:lnTo>
                  <a:pt x="571500" y="187189"/>
                </a:lnTo>
                <a:cubicBezTo>
                  <a:pt x="571500" y="312427"/>
                  <a:pt x="415342" y="457870"/>
                  <a:pt x="333859" y="520043"/>
                </a:cubicBezTo>
                <a:cubicBezTo>
                  <a:pt x="320018" y="530535"/>
                  <a:pt x="303051" y="535781"/>
                  <a:pt x="285750" y="535781"/>
                </a:cubicBezTo>
                <a:cubicBezTo>
                  <a:pt x="268449" y="535781"/>
                  <a:pt x="251371" y="530647"/>
                  <a:pt x="237641" y="520043"/>
                </a:cubicBezTo>
                <a:cubicBezTo>
                  <a:pt x="156158" y="457870"/>
                  <a:pt x="0" y="312427"/>
                  <a:pt x="0" y="187189"/>
                </a:cubicBezTo>
                <a:lnTo>
                  <a:pt x="0" y="184286"/>
                </a:lnTo>
                <a:cubicBezTo>
                  <a:pt x="0" y="102245"/>
                  <a:pt x="66526" y="35719"/>
                  <a:pt x="148568" y="35719"/>
                </a:cubicBezTo>
                <a:cubicBezTo>
                  <a:pt x="196230" y="35719"/>
                  <a:pt x="241102" y="58601"/>
                  <a:pt x="269007" y="97222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5" name="Text 2"/>
          <p:cNvSpPr/>
          <p:nvPr/>
        </p:nvSpPr>
        <p:spPr>
          <a:xfrm>
            <a:off x="4232275" y="1000125"/>
            <a:ext cx="3724275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F8F6F2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301" y="183832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7" name="Text 4"/>
          <p:cNvSpPr/>
          <p:nvPr/>
        </p:nvSpPr>
        <p:spPr>
          <a:xfrm>
            <a:off x="4332288" y="2105025"/>
            <a:ext cx="352425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F8F6F2">
                    <a:alpha val="90000"/>
                  </a:srgbClr>
                </a:solidFill>
                <a:latin typeface="Unna" panose="02040503070705020203" pitchFamily="34" charset="0"/>
                <a:ea typeface="Unna" panose="02040503070705020203" pitchFamily="34" charset="-122"/>
                <a:cs typeface="Unna" panose="02040503070705020203" pitchFamily="34" charset="-120"/>
              </a:rPr>
              <a:t>Your mental health matters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610670" y="2679700"/>
            <a:ext cx="4968875" cy="1644650"/>
          </a:xfrm>
          <a:custGeom>
            <a:avLst/>
            <a:gdLst/>
            <a:ahLst/>
            <a:cxnLst/>
            <a:rect l="l" t="t" r="r" b="b"/>
            <a:pathLst>
              <a:path w="4968875" h="1644650">
                <a:moveTo>
                  <a:pt x="152393" y="0"/>
                </a:moveTo>
                <a:lnTo>
                  <a:pt x="4816482" y="0"/>
                </a:lnTo>
                <a:cubicBezTo>
                  <a:pt x="4900646" y="0"/>
                  <a:pt x="4968875" y="68229"/>
                  <a:pt x="4968875" y="152393"/>
                </a:cubicBezTo>
                <a:lnTo>
                  <a:pt x="4968875" y="1492257"/>
                </a:lnTo>
                <a:cubicBezTo>
                  <a:pt x="4968875" y="1576421"/>
                  <a:pt x="4900646" y="1644650"/>
                  <a:pt x="4816482" y="1644650"/>
                </a:cubicBezTo>
                <a:lnTo>
                  <a:pt x="152393" y="1644650"/>
                </a:lnTo>
                <a:cubicBezTo>
                  <a:pt x="68285" y="1644650"/>
                  <a:pt x="0" y="1576365"/>
                  <a:pt x="0" y="1492257"/>
                </a:cubicBezTo>
                <a:lnTo>
                  <a:pt x="0" y="152393"/>
                </a:lnTo>
                <a:cubicBezTo>
                  <a:pt x="0" y="68285"/>
                  <a:pt x="68285" y="0"/>
                  <a:pt x="152393" y="0"/>
                </a:cubicBezTo>
                <a:close/>
              </a:path>
            </a:pathLst>
          </a:custGeom>
          <a:solidFill>
            <a:srgbClr val="F8F6F2">
              <a:alpha val="10196"/>
            </a:srgbClr>
          </a:solidFill>
          <a:ln w="8467">
            <a:solidFill>
              <a:srgbClr val="F8F6F2">
                <a:alpha val="2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378153" y="2997203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34125" y="53578"/>
                </a:moveTo>
                <a:cubicBezTo>
                  <a:pt x="224861" y="53578"/>
                  <a:pt x="215875" y="56090"/>
                  <a:pt x="208006" y="60666"/>
                </a:cubicBezTo>
                <a:cubicBezTo>
                  <a:pt x="199188" y="51736"/>
                  <a:pt x="188919" y="44258"/>
                  <a:pt x="177589" y="38621"/>
                </a:cubicBezTo>
                <a:cubicBezTo>
                  <a:pt x="193328" y="25226"/>
                  <a:pt x="213364" y="17859"/>
                  <a:pt x="234125" y="17859"/>
                </a:cubicBezTo>
                <a:cubicBezTo>
                  <a:pt x="282346" y="17859"/>
                  <a:pt x="321469" y="56927"/>
                  <a:pt x="321469" y="105203"/>
                </a:cubicBezTo>
                <a:cubicBezTo>
                  <a:pt x="321469" y="128364"/>
                  <a:pt x="312260" y="150577"/>
                  <a:pt x="295908" y="166929"/>
                </a:cubicBezTo>
                <a:lnTo>
                  <a:pt x="256226" y="206611"/>
                </a:lnTo>
                <a:cubicBezTo>
                  <a:pt x="239874" y="222963"/>
                  <a:pt x="217661" y="232172"/>
                  <a:pt x="194500" y="232172"/>
                </a:cubicBezTo>
                <a:cubicBezTo>
                  <a:pt x="146279" y="232172"/>
                  <a:pt x="107156" y="193104"/>
                  <a:pt x="107156" y="144828"/>
                </a:cubicBezTo>
                <a:cubicBezTo>
                  <a:pt x="107156" y="143991"/>
                  <a:pt x="107156" y="143154"/>
                  <a:pt x="107212" y="142317"/>
                </a:cubicBezTo>
                <a:cubicBezTo>
                  <a:pt x="107491" y="132438"/>
                  <a:pt x="115695" y="124681"/>
                  <a:pt x="125574" y="124960"/>
                </a:cubicBezTo>
                <a:cubicBezTo>
                  <a:pt x="135452" y="125239"/>
                  <a:pt x="143210" y="133443"/>
                  <a:pt x="142931" y="143321"/>
                </a:cubicBezTo>
                <a:cubicBezTo>
                  <a:pt x="142931" y="143824"/>
                  <a:pt x="142931" y="144326"/>
                  <a:pt x="142931" y="144773"/>
                </a:cubicBezTo>
                <a:cubicBezTo>
                  <a:pt x="142931" y="173292"/>
                  <a:pt x="166036" y="196397"/>
                  <a:pt x="194556" y="196397"/>
                </a:cubicBezTo>
                <a:cubicBezTo>
                  <a:pt x="208229" y="196397"/>
                  <a:pt x="221345" y="190984"/>
                  <a:pt x="231056" y="181273"/>
                </a:cubicBezTo>
                <a:lnTo>
                  <a:pt x="270737" y="141591"/>
                </a:lnTo>
                <a:cubicBezTo>
                  <a:pt x="280392" y="131936"/>
                  <a:pt x="285862" y="118765"/>
                  <a:pt x="285862" y="105091"/>
                </a:cubicBezTo>
                <a:cubicBezTo>
                  <a:pt x="285862" y="76572"/>
                  <a:pt x="262756" y="53467"/>
                  <a:pt x="234237" y="53467"/>
                </a:cubicBezTo>
                <a:close/>
                <a:moveTo>
                  <a:pt x="153591" y="96720"/>
                </a:moveTo>
                <a:cubicBezTo>
                  <a:pt x="152530" y="96273"/>
                  <a:pt x="151470" y="95659"/>
                  <a:pt x="150521" y="94990"/>
                </a:cubicBezTo>
                <a:cubicBezTo>
                  <a:pt x="143489" y="91362"/>
                  <a:pt x="135452" y="89297"/>
                  <a:pt x="127025" y="89297"/>
                </a:cubicBezTo>
                <a:cubicBezTo>
                  <a:pt x="113351" y="89297"/>
                  <a:pt x="100236" y="94710"/>
                  <a:pt x="90525" y="104422"/>
                </a:cubicBezTo>
                <a:lnTo>
                  <a:pt x="50843" y="144103"/>
                </a:lnTo>
                <a:cubicBezTo>
                  <a:pt x="41188" y="153758"/>
                  <a:pt x="35719" y="166929"/>
                  <a:pt x="35719" y="180603"/>
                </a:cubicBezTo>
                <a:cubicBezTo>
                  <a:pt x="35719" y="209122"/>
                  <a:pt x="58824" y="232228"/>
                  <a:pt x="87344" y="232228"/>
                </a:cubicBezTo>
                <a:cubicBezTo>
                  <a:pt x="96552" y="232228"/>
                  <a:pt x="105538" y="229772"/>
                  <a:pt x="113407" y="225196"/>
                </a:cubicBezTo>
                <a:cubicBezTo>
                  <a:pt x="122225" y="234125"/>
                  <a:pt x="132494" y="241604"/>
                  <a:pt x="143880" y="247241"/>
                </a:cubicBezTo>
                <a:cubicBezTo>
                  <a:pt x="128141" y="260579"/>
                  <a:pt x="108161" y="268002"/>
                  <a:pt x="87344" y="268002"/>
                </a:cubicBezTo>
                <a:cubicBezTo>
                  <a:pt x="39123" y="268002"/>
                  <a:pt x="0" y="228935"/>
                  <a:pt x="0" y="180659"/>
                </a:cubicBezTo>
                <a:cubicBezTo>
                  <a:pt x="0" y="157497"/>
                  <a:pt x="9209" y="135285"/>
                  <a:pt x="25561" y="118932"/>
                </a:cubicBezTo>
                <a:lnTo>
                  <a:pt x="65243" y="79251"/>
                </a:lnTo>
                <a:cubicBezTo>
                  <a:pt x="81595" y="62898"/>
                  <a:pt x="103808" y="53690"/>
                  <a:pt x="126969" y="53690"/>
                </a:cubicBezTo>
                <a:cubicBezTo>
                  <a:pt x="175301" y="53690"/>
                  <a:pt x="214313" y="93092"/>
                  <a:pt x="214313" y="141256"/>
                </a:cubicBezTo>
                <a:cubicBezTo>
                  <a:pt x="214313" y="141982"/>
                  <a:pt x="214313" y="142708"/>
                  <a:pt x="214313" y="143433"/>
                </a:cubicBezTo>
                <a:cubicBezTo>
                  <a:pt x="214089" y="153312"/>
                  <a:pt x="205885" y="161069"/>
                  <a:pt x="196007" y="160846"/>
                </a:cubicBezTo>
                <a:cubicBezTo>
                  <a:pt x="186128" y="160623"/>
                  <a:pt x="178371" y="152419"/>
                  <a:pt x="178594" y="142540"/>
                </a:cubicBezTo>
                <a:cubicBezTo>
                  <a:pt x="178594" y="142094"/>
                  <a:pt x="178594" y="141703"/>
                  <a:pt x="178594" y="141256"/>
                </a:cubicBezTo>
                <a:cubicBezTo>
                  <a:pt x="178594" y="122448"/>
                  <a:pt x="168548" y="105928"/>
                  <a:pt x="153591" y="96831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10" name="Text 7"/>
          <p:cNvSpPr/>
          <p:nvPr/>
        </p:nvSpPr>
        <p:spPr>
          <a:xfrm>
            <a:off x="5810349" y="2987678"/>
            <a:ext cx="10763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8F6F2"/>
                </a:solidFill>
                <a:latin typeface="Unna" panose="02040503070705020203" pitchFamily="34" charset="0"/>
                <a:ea typeface="Unna" panose="02040503070705020203" pitchFamily="34" charset="-122"/>
                <a:cs typeface="Unna" panose="02040503070705020203" pitchFamily="34" charset="-120"/>
              </a:rPr>
              <a:t>Live Demo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871020" y="3444878"/>
            <a:ext cx="44481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8F6F2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thrivemind.github.io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880545" y="3787778"/>
            <a:ext cx="44291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8F6F2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Experience ThriveMind now - completely free, private, and instant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999780" y="4559306"/>
            <a:ext cx="1911350" cy="1282700"/>
          </a:xfrm>
          <a:custGeom>
            <a:avLst/>
            <a:gdLst/>
            <a:ahLst/>
            <a:cxnLst/>
            <a:rect l="l" t="t" r="r" b="b"/>
            <a:pathLst>
              <a:path w="1911350" h="1282700">
                <a:moveTo>
                  <a:pt x="114301" y="0"/>
                </a:moveTo>
                <a:lnTo>
                  <a:pt x="1797049" y="0"/>
                </a:lnTo>
                <a:cubicBezTo>
                  <a:pt x="1860176" y="0"/>
                  <a:pt x="1911350" y="51174"/>
                  <a:pt x="1911350" y="114301"/>
                </a:cubicBezTo>
                <a:lnTo>
                  <a:pt x="1911350" y="1168399"/>
                </a:lnTo>
                <a:cubicBezTo>
                  <a:pt x="1911350" y="1231526"/>
                  <a:pt x="1860176" y="1282700"/>
                  <a:pt x="1797049" y="1282700"/>
                </a:cubicBezTo>
                <a:lnTo>
                  <a:pt x="114301" y="1282700"/>
                </a:lnTo>
                <a:cubicBezTo>
                  <a:pt x="51174" y="1282700"/>
                  <a:pt x="0" y="1231526"/>
                  <a:pt x="0" y="1168399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F8F6F2">
              <a:alpha val="10196"/>
            </a:srgbClr>
          </a:solidFill>
          <a:ln w="8467">
            <a:solidFill>
              <a:srgbClr val="F8F6F2">
                <a:alpha val="2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812977" y="47529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6789" y="35719"/>
                </a:moveTo>
                <a:cubicBezTo>
                  <a:pt x="11999" y="35719"/>
                  <a:pt x="0" y="47718"/>
                  <a:pt x="0" y="62508"/>
                </a:cubicBezTo>
                <a:cubicBezTo>
                  <a:pt x="0" y="70935"/>
                  <a:pt x="3963" y="78860"/>
                  <a:pt x="10716" y="83939"/>
                </a:cubicBezTo>
                <a:lnTo>
                  <a:pt x="126802" y="171004"/>
                </a:lnTo>
                <a:cubicBezTo>
                  <a:pt x="136345" y="178147"/>
                  <a:pt x="149405" y="178147"/>
                  <a:pt x="158948" y="171004"/>
                </a:cubicBezTo>
                <a:lnTo>
                  <a:pt x="275034" y="83939"/>
                </a:lnTo>
                <a:cubicBezTo>
                  <a:pt x="281787" y="78860"/>
                  <a:pt x="285750" y="70935"/>
                  <a:pt x="285750" y="62508"/>
                </a:cubicBezTo>
                <a:cubicBezTo>
                  <a:pt x="285750" y="47718"/>
                  <a:pt x="273751" y="35719"/>
                  <a:pt x="258961" y="35719"/>
                </a:cubicBezTo>
                <a:lnTo>
                  <a:pt x="26789" y="35719"/>
                </a:lnTo>
                <a:close/>
                <a:moveTo>
                  <a:pt x="0" y="109389"/>
                </a:moveTo>
                <a:lnTo>
                  <a:pt x="0" y="214313"/>
                </a:lnTo>
                <a:cubicBezTo>
                  <a:pt x="0" y="234014"/>
                  <a:pt x="16018" y="250031"/>
                  <a:pt x="35719" y="250031"/>
                </a:cubicBezTo>
                <a:lnTo>
                  <a:pt x="250031" y="250031"/>
                </a:lnTo>
                <a:cubicBezTo>
                  <a:pt x="269732" y="250031"/>
                  <a:pt x="285750" y="234014"/>
                  <a:pt x="285750" y="214313"/>
                </a:cubicBezTo>
                <a:lnTo>
                  <a:pt x="285750" y="109389"/>
                </a:lnTo>
                <a:lnTo>
                  <a:pt x="175022" y="192435"/>
                </a:lnTo>
                <a:cubicBezTo>
                  <a:pt x="155990" y="206722"/>
                  <a:pt x="129760" y="206722"/>
                  <a:pt x="110728" y="192435"/>
                </a:cubicBezTo>
                <a:lnTo>
                  <a:pt x="0" y="109389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15" name="Text 12"/>
          <p:cNvSpPr/>
          <p:nvPr/>
        </p:nvSpPr>
        <p:spPr>
          <a:xfrm>
            <a:off x="3150592" y="5153025"/>
            <a:ext cx="1609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8F6F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Contact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155355" y="5419725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8F6F2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team@thrivemind.io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142210" y="4559306"/>
            <a:ext cx="1911350" cy="1282700"/>
          </a:xfrm>
          <a:custGeom>
            <a:avLst/>
            <a:gdLst/>
            <a:ahLst/>
            <a:cxnLst/>
            <a:rect l="l" t="t" r="r" b="b"/>
            <a:pathLst>
              <a:path w="1911350" h="1282700">
                <a:moveTo>
                  <a:pt x="114301" y="0"/>
                </a:moveTo>
                <a:lnTo>
                  <a:pt x="1797049" y="0"/>
                </a:lnTo>
                <a:cubicBezTo>
                  <a:pt x="1860176" y="0"/>
                  <a:pt x="1911350" y="51174"/>
                  <a:pt x="1911350" y="114301"/>
                </a:cubicBezTo>
                <a:lnTo>
                  <a:pt x="1911350" y="1168399"/>
                </a:lnTo>
                <a:cubicBezTo>
                  <a:pt x="1911350" y="1231526"/>
                  <a:pt x="1860176" y="1282700"/>
                  <a:pt x="1797049" y="1282700"/>
                </a:cubicBezTo>
                <a:lnTo>
                  <a:pt x="114301" y="1282700"/>
                </a:lnTo>
                <a:cubicBezTo>
                  <a:pt x="51174" y="1282700"/>
                  <a:pt x="0" y="1231526"/>
                  <a:pt x="0" y="1168399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F8F6F2">
              <a:alpha val="10196"/>
            </a:srgbClr>
          </a:solidFill>
          <a:ln w="8467">
            <a:solidFill>
              <a:srgbClr val="F8F6F2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55407" y="47529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97055" y="221791"/>
                </a:moveTo>
                <a:cubicBezTo>
                  <a:pt x="97055" y="222907"/>
                  <a:pt x="95771" y="223800"/>
                  <a:pt x="94152" y="223800"/>
                </a:cubicBezTo>
                <a:cubicBezTo>
                  <a:pt x="92311" y="223968"/>
                  <a:pt x="91027" y="223075"/>
                  <a:pt x="91027" y="221791"/>
                </a:cubicBezTo>
                <a:cubicBezTo>
                  <a:pt x="91027" y="220675"/>
                  <a:pt x="92311" y="219782"/>
                  <a:pt x="93929" y="219782"/>
                </a:cubicBezTo>
                <a:cubicBezTo>
                  <a:pt x="95603" y="219615"/>
                  <a:pt x="97055" y="220507"/>
                  <a:pt x="97055" y="221791"/>
                </a:cubicBezTo>
                <a:close/>
                <a:moveTo>
                  <a:pt x="79697" y="219280"/>
                </a:moveTo>
                <a:cubicBezTo>
                  <a:pt x="79307" y="220396"/>
                  <a:pt x="80423" y="221679"/>
                  <a:pt x="82097" y="222014"/>
                </a:cubicBezTo>
                <a:cubicBezTo>
                  <a:pt x="83548" y="222572"/>
                  <a:pt x="85223" y="222014"/>
                  <a:pt x="85558" y="220898"/>
                </a:cubicBezTo>
                <a:cubicBezTo>
                  <a:pt x="85892" y="219782"/>
                  <a:pt x="84832" y="218498"/>
                  <a:pt x="83158" y="217996"/>
                </a:cubicBezTo>
                <a:cubicBezTo>
                  <a:pt x="81707" y="217605"/>
                  <a:pt x="80088" y="218163"/>
                  <a:pt x="79697" y="219280"/>
                </a:cubicBezTo>
                <a:close/>
                <a:moveTo>
                  <a:pt x="104366" y="218331"/>
                </a:moveTo>
                <a:cubicBezTo>
                  <a:pt x="102747" y="218722"/>
                  <a:pt x="101631" y="219782"/>
                  <a:pt x="101798" y="221066"/>
                </a:cubicBezTo>
                <a:cubicBezTo>
                  <a:pt x="101966" y="222182"/>
                  <a:pt x="103417" y="222907"/>
                  <a:pt x="105091" y="222517"/>
                </a:cubicBezTo>
                <a:cubicBezTo>
                  <a:pt x="106710" y="222126"/>
                  <a:pt x="107826" y="221066"/>
                  <a:pt x="107659" y="219949"/>
                </a:cubicBezTo>
                <a:cubicBezTo>
                  <a:pt x="107491" y="218889"/>
                  <a:pt x="105984" y="218163"/>
                  <a:pt x="104366" y="218331"/>
                </a:cubicBezTo>
                <a:close/>
                <a:moveTo>
                  <a:pt x="141089" y="4465"/>
                </a:moveTo>
                <a:cubicBezTo>
                  <a:pt x="63680" y="4465"/>
                  <a:pt x="4465" y="63233"/>
                  <a:pt x="4465" y="140643"/>
                </a:cubicBezTo>
                <a:cubicBezTo>
                  <a:pt x="4465" y="202536"/>
                  <a:pt x="43421" y="255501"/>
                  <a:pt x="99064" y="274141"/>
                </a:cubicBezTo>
                <a:cubicBezTo>
                  <a:pt x="106207" y="275425"/>
                  <a:pt x="108719" y="271016"/>
                  <a:pt x="108719" y="267388"/>
                </a:cubicBezTo>
                <a:cubicBezTo>
                  <a:pt x="108719" y="263928"/>
                  <a:pt x="108552" y="244841"/>
                  <a:pt x="108552" y="233121"/>
                </a:cubicBezTo>
                <a:cubicBezTo>
                  <a:pt x="108552" y="233121"/>
                  <a:pt x="69484" y="241492"/>
                  <a:pt x="61280" y="216489"/>
                </a:cubicBezTo>
                <a:cubicBezTo>
                  <a:pt x="61280" y="216489"/>
                  <a:pt x="54918" y="200248"/>
                  <a:pt x="45765" y="196062"/>
                </a:cubicBezTo>
                <a:cubicBezTo>
                  <a:pt x="45765" y="196062"/>
                  <a:pt x="32984" y="187300"/>
                  <a:pt x="46658" y="187468"/>
                </a:cubicBezTo>
                <a:cubicBezTo>
                  <a:pt x="46658" y="187468"/>
                  <a:pt x="60554" y="188584"/>
                  <a:pt x="68200" y="201867"/>
                </a:cubicBezTo>
                <a:cubicBezTo>
                  <a:pt x="80423" y="223410"/>
                  <a:pt x="100905" y="217215"/>
                  <a:pt x="108886" y="213531"/>
                </a:cubicBezTo>
                <a:cubicBezTo>
                  <a:pt x="110170" y="204601"/>
                  <a:pt x="113798" y="198406"/>
                  <a:pt x="117816" y="194723"/>
                </a:cubicBezTo>
                <a:cubicBezTo>
                  <a:pt x="86618" y="191263"/>
                  <a:pt x="55141" y="186742"/>
                  <a:pt x="55141" y="133052"/>
                </a:cubicBezTo>
                <a:cubicBezTo>
                  <a:pt x="55141" y="117704"/>
                  <a:pt x="59382" y="110003"/>
                  <a:pt x="68312" y="100180"/>
                </a:cubicBezTo>
                <a:cubicBezTo>
                  <a:pt x="66861" y="96552"/>
                  <a:pt x="62117" y="81595"/>
                  <a:pt x="69763" y="62285"/>
                </a:cubicBezTo>
                <a:cubicBezTo>
                  <a:pt x="81428" y="58657"/>
                  <a:pt x="108272" y="77353"/>
                  <a:pt x="108272" y="77353"/>
                </a:cubicBezTo>
                <a:cubicBezTo>
                  <a:pt x="119435" y="74228"/>
                  <a:pt x="131434" y="72610"/>
                  <a:pt x="143321" y="72610"/>
                </a:cubicBezTo>
                <a:cubicBezTo>
                  <a:pt x="155209" y="72610"/>
                  <a:pt x="167208" y="74228"/>
                  <a:pt x="178371" y="77353"/>
                </a:cubicBezTo>
                <a:cubicBezTo>
                  <a:pt x="178371" y="77353"/>
                  <a:pt x="205215" y="58601"/>
                  <a:pt x="216880" y="62285"/>
                </a:cubicBezTo>
                <a:cubicBezTo>
                  <a:pt x="224526" y="81651"/>
                  <a:pt x="219782" y="96552"/>
                  <a:pt x="218331" y="100180"/>
                </a:cubicBezTo>
                <a:cubicBezTo>
                  <a:pt x="227261" y="110058"/>
                  <a:pt x="232730" y="117760"/>
                  <a:pt x="232730" y="133052"/>
                </a:cubicBezTo>
                <a:cubicBezTo>
                  <a:pt x="232730" y="186910"/>
                  <a:pt x="199858" y="191207"/>
                  <a:pt x="168659" y="194723"/>
                </a:cubicBezTo>
                <a:cubicBezTo>
                  <a:pt x="173794" y="199132"/>
                  <a:pt x="178147" y="207504"/>
                  <a:pt x="178147" y="220619"/>
                </a:cubicBezTo>
                <a:cubicBezTo>
                  <a:pt x="178147" y="239427"/>
                  <a:pt x="177980" y="262700"/>
                  <a:pt x="177980" y="267277"/>
                </a:cubicBezTo>
                <a:cubicBezTo>
                  <a:pt x="177980" y="270904"/>
                  <a:pt x="180547" y="275313"/>
                  <a:pt x="187635" y="274030"/>
                </a:cubicBezTo>
                <a:cubicBezTo>
                  <a:pt x="243446" y="255501"/>
                  <a:pt x="281285" y="202536"/>
                  <a:pt x="281285" y="140643"/>
                </a:cubicBezTo>
                <a:cubicBezTo>
                  <a:pt x="281285" y="63233"/>
                  <a:pt x="218498" y="4465"/>
                  <a:pt x="141089" y="4465"/>
                </a:cubicBezTo>
                <a:close/>
                <a:moveTo>
                  <a:pt x="58713" y="196955"/>
                </a:moveTo>
                <a:cubicBezTo>
                  <a:pt x="57987" y="197514"/>
                  <a:pt x="58155" y="198797"/>
                  <a:pt x="59103" y="199858"/>
                </a:cubicBezTo>
                <a:cubicBezTo>
                  <a:pt x="59996" y="200751"/>
                  <a:pt x="61280" y="201141"/>
                  <a:pt x="62006" y="200416"/>
                </a:cubicBezTo>
                <a:cubicBezTo>
                  <a:pt x="62731" y="199858"/>
                  <a:pt x="62564" y="198574"/>
                  <a:pt x="61615" y="197514"/>
                </a:cubicBezTo>
                <a:cubicBezTo>
                  <a:pt x="60722" y="196621"/>
                  <a:pt x="59438" y="196230"/>
                  <a:pt x="58713" y="196955"/>
                </a:cubicBezTo>
                <a:close/>
                <a:moveTo>
                  <a:pt x="52685" y="192435"/>
                </a:moveTo>
                <a:cubicBezTo>
                  <a:pt x="52294" y="193160"/>
                  <a:pt x="52853" y="194053"/>
                  <a:pt x="53969" y="194611"/>
                </a:cubicBezTo>
                <a:cubicBezTo>
                  <a:pt x="54862" y="195169"/>
                  <a:pt x="55978" y="195002"/>
                  <a:pt x="56369" y="194221"/>
                </a:cubicBezTo>
                <a:cubicBezTo>
                  <a:pt x="56759" y="193495"/>
                  <a:pt x="56201" y="192602"/>
                  <a:pt x="55085" y="192044"/>
                </a:cubicBezTo>
                <a:cubicBezTo>
                  <a:pt x="53969" y="191709"/>
                  <a:pt x="53076" y="191877"/>
                  <a:pt x="52685" y="192435"/>
                </a:cubicBezTo>
                <a:close/>
                <a:moveTo>
                  <a:pt x="70768" y="212303"/>
                </a:moveTo>
                <a:cubicBezTo>
                  <a:pt x="69875" y="213029"/>
                  <a:pt x="70210" y="214703"/>
                  <a:pt x="71493" y="215764"/>
                </a:cubicBezTo>
                <a:cubicBezTo>
                  <a:pt x="72777" y="217047"/>
                  <a:pt x="74395" y="217215"/>
                  <a:pt x="75121" y="216322"/>
                </a:cubicBezTo>
                <a:cubicBezTo>
                  <a:pt x="75847" y="215596"/>
                  <a:pt x="75512" y="213922"/>
                  <a:pt x="74395" y="212861"/>
                </a:cubicBezTo>
                <a:cubicBezTo>
                  <a:pt x="73168" y="211578"/>
                  <a:pt x="71493" y="211410"/>
                  <a:pt x="70768" y="212303"/>
                </a:cubicBezTo>
                <a:close/>
                <a:moveTo>
                  <a:pt x="64405" y="204099"/>
                </a:moveTo>
                <a:cubicBezTo>
                  <a:pt x="63512" y="204657"/>
                  <a:pt x="63512" y="206108"/>
                  <a:pt x="64405" y="207392"/>
                </a:cubicBezTo>
                <a:cubicBezTo>
                  <a:pt x="65298" y="208676"/>
                  <a:pt x="66805" y="209234"/>
                  <a:pt x="67531" y="208676"/>
                </a:cubicBezTo>
                <a:cubicBezTo>
                  <a:pt x="68424" y="207950"/>
                  <a:pt x="68424" y="206499"/>
                  <a:pt x="67531" y="205215"/>
                </a:cubicBezTo>
                <a:cubicBezTo>
                  <a:pt x="66749" y="203932"/>
                  <a:pt x="65298" y="203374"/>
                  <a:pt x="64405" y="204099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19" name="Text 16"/>
          <p:cNvSpPr/>
          <p:nvPr/>
        </p:nvSpPr>
        <p:spPr>
          <a:xfrm>
            <a:off x="5293023" y="5153025"/>
            <a:ext cx="1609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8F6F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GitHub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297785" y="5419725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8F6F2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github.com/thrivemind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284641" y="4559306"/>
            <a:ext cx="1911350" cy="1282700"/>
          </a:xfrm>
          <a:custGeom>
            <a:avLst/>
            <a:gdLst/>
            <a:ahLst/>
            <a:cxnLst/>
            <a:rect l="l" t="t" r="r" b="b"/>
            <a:pathLst>
              <a:path w="1911350" h="1282700">
                <a:moveTo>
                  <a:pt x="114301" y="0"/>
                </a:moveTo>
                <a:lnTo>
                  <a:pt x="1797049" y="0"/>
                </a:lnTo>
                <a:cubicBezTo>
                  <a:pt x="1860176" y="0"/>
                  <a:pt x="1911350" y="51174"/>
                  <a:pt x="1911350" y="114301"/>
                </a:cubicBezTo>
                <a:lnTo>
                  <a:pt x="1911350" y="1168399"/>
                </a:lnTo>
                <a:cubicBezTo>
                  <a:pt x="1911350" y="1231526"/>
                  <a:pt x="1860176" y="1282700"/>
                  <a:pt x="1797049" y="1282700"/>
                </a:cubicBezTo>
                <a:lnTo>
                  <a:pt x="114301" y="1282700"/>
                </a:lnTo>
                <a:cubicBezTo>
                  <a:pt x="51174" y="1282700"/>
                  <a:pt x="0" y="1231526"/>
                  <a:pt x="0" y="1168399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F8F6F2">
              <a:alpha val="10196"/>
            </a:srgbClr>
          </a:solidFill>
          <a:ln w="8467">
            <a:solidFill>
              <a:srgbClr val="F8F6F2">
                <a:alpha val="2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097838" y="47529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96397" y="156270"/>
                </a:moveTo>
                <a:lnTo>
                  <a:pt x="89855" y="156270"/>
                </a:lnTo>
                <a:cubicBezTo>
                  <a:pt x="91473" y="192267"/>
                  <a:pt x="99454" y="225419"/>
                  <a:pt x="110784" y="249696"/>
                </a:cubicBezTo>
                <a:cubicBezTo>
                  <a:pt x="117146" y="263370"/>
                  <a:pt x="124011" y="273025"/>
                  <a:pt x="130373" y="278941"/>
                </a:cubicBezTo>
                <a:cubicBezTo>
                  <a:pt x="136624" y="284801"/>
                  <a:pt x="140922" y="285750"/>
                  <a:pt x="143154" y="285750"/>
                </a:cubicBezTo>
                <a:cubicBezTo>
                  <a:pt x="145386" y="285750"/>
                  <a:pt x="149684" y="284801"/>
                  <a:pt x="155935" y="278941"/>
                </a:cubicBezTo>
                <a:cubicBezTo>
                  <a:pt x="162297" y="273025"/>
                  <a:pt x="169162" y="263314"/>
                  <a:pt x="175524" y="249696"/>
                </a:cubicBezTo>
                <a:cubicBezTo>
                  <a:pt x="186854" y="225419"/>
                  <a:pt x="194835" y="192267"/>
                  <a:pt x="196453" y="156270"/>
                </a:cubicBezTo>
                <a:close/>
                <a:moveTo>
                  <a:pt x="89799" y="129480"/>
                </a:moveTo>
                <a:lnTo>
                  <a:pt x="196342" y="129480"/>
                </a:lnTo>
                <a:cubicBezTo>
                  <a:pt x="194779" y="93483"/>
                  <a:pt x="186798" y="60331"/>
                  <a:pt x="175468" y="36054"/>
                </a:cubicBezTo>
                <a:cubicBezTo>
                  <a:pt x="169106" y="22436"/>
                  <a:pt x="162241" y="12725"/>
                  <a:pt x="155879" y="6809"/>
                </a:cubicBezTo>
                <a:cubicBezTo>
                  <a:pt x="149628" y="949"/>
                  <a:pt x="145331" y="0"/>
                  <a:pt x="143098" y="0"/>
                </a:cubicBezTo>
                <a:cubicBezTo>
                  <a:pt x="140866" y="0"/>
                  <a:pt x="136568" y="949"/>
                  <a:pt x="130318" y="6809"/>
                </a:cubicBezTo>
                <a:cubicBezTo>
                  <a:pt x="123955" y="12725"/>
                  <a:pt x="117091" y="22436"/>
                  <a:pt x="110728" y="36054"/>
                </a:cubicBezTo>
                <a:cubicBezTo>
                  <a:pt x="99399" y="60331"/>
                  <a:pt x="91418" y="93483"/>
                  <a:pt x="89799" y="129480"/>
                </a:cubicBezTo>
                <a:close/>
                <a:moveTo>
                  <a:pt x="63010" y="129480"/>
                </a:moveTo>
                <a:cubicBezTo>
                  <a:pt x="64963" y="81707"/>
                  <a:pt x="77298" y="37337"/>
                  <a:pt x="95324" y="8204"/>
                </a:cubicBezTo>
                <a:cubicBezTo>
                  <a:pt x="43923" y="26398"/>
                  <a:pt x="6083" y="73223"/>
                  <a:pt x="837" y="129480"/>
                </a:cubicBezTo>
                <a:lnTo>
                  <a:pt x="63010" y="129480"/>
                </a:lnTo>
                <a:close/>
                <a:moveTo>
                  <a:pt x="837" y="156270"/>
                </a:moveTo>
                <a:cubicBezTo>
                  <a:pt x="6083" y="212527"/>
                  <a:pt x="43923" y="259352"/>
                  <a:pt x="95324" y="277546"/>
                </a:cubicBezTo>
                <a:cubicBezTo>
                  <a:pt x="77298" y="248413"/>
                  <a:pt x="64963" y="204043"/>
                  <a:pt x="63010" y="156270"/>
                </a:cubicBezTo>
                <a:lnTo>
                  <a:pt x="837" y="156270"/>
                </a:lnTo>
                <a:close/>
                <a:moveTo>
                  <a:pt x="223186" y="156270"/>
                </a:moveTo>
                <a:cubicBezTo>
                  <a:pt x="221233" y="204043"/>
                  <a:pt x="208899" y="248413"/>
                  <a:pt x="190872" y="277546"/>
                </a:cubicBezTo>
                <a:cubicBezTo>
                  <a:pt x="242274" y="259296"/>
                  <a:pt x="280113" y="212527"/>
                  <a:pt x="285359" y="156270"/>
                </a:cubicBezTo>
                <a:lnTo>
                  <a:pt x="223186" y="156270"/>
                </a:lnTo>
                <a:close/>
                <a:moveTo>
                  <a:pt x="285359" y="129480"/>
                </a:moveTo>
                <a:cubicBezTo>
                  <a:pt x="280113" y="73223"/>
                  <a:pt x="242274" y="26398"/>
                  <a:pt x="190872" y="8204"/>
                </a:cubicBezTo>
                <a:cubicBezTo>
                  <a:pt x="208899" y="37337"/>
                  <a:pt x="221233" y="81707"/>
                  <a:pt x="223186" y="129480"/>
                </a:cubicBezTo>
                <a:lnTo>
                  <a:pt x="285359" y="129480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23" name="Text 20"/>
          <p:cNvSpPr/>
          <p:nvPr/>
        </p:nvSpPr>
        <p:spPr>
          <a:xfrm>
            <a:off x="7435453" y="5153025"/>
            <a:ext cx="1609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8F6F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Website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440216" y="5419725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8F6F2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thrivemind.io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5110063" y="6076953"/>
            <a:ext cx="1968500" cy="501650"/>
          </a:xfrm>
          <a:custGeom>
            <a:avLst/>
            <a:gdLst/>
            <a:ahLst/>
            <a:cxnLst/>
            <a:rect l="l" t="t" r="r" b="b"/>
            <a:pathLst>
              <a:path w="1968500" h="501650">
                <a:moveTo>
                  <a:pt x="250825" y="0"/>
                </a:moveTo>
                <a:lnTo>
                  <a:pt x="1717675" y="0"/>
                </a:lnTo>
                <a:cubicBezTo>
                  <a:pt x="1856202" y="0"/>
                  <a:pt x="1968500" y="112298"/>
                  <a:pt x="1968500" y="250825"/>
                </a:cubicBezTo>
                <a:lnTo>
                  <a:pt x="1968500" y="250825"/>
                </a:lnTo>
                <a:cubicBezTo>
                  <a:pt x="1968500" y="389352"/>
                  <a:pt x="1856202" y="501650"/>
                  <a:pt x="1717675" y="501650"/>
                </a:cubicBezTo>
                <a:lnTo>
                  <a:pt x="250825" y="501650"/>
                </a:lnTo>
                <a:cubicBezTo>
                  <a:pt x="112391" y="501650"/>
                  <a:pt x="0" y="389259"/>
                  <a:pt x="0" y="250825"/>
                </a:cubicBezTo>
                <a:lnTo>
                  <a:pt x="0" y="250825"/>
                </a:lnTo>
                <a:cubicBezTo>
                  <a:pt x="0" y="112391"/>
                  <a:pt x="112391" y="0"/>
                  <a:pt x="250825" y="0"/>
                </a:cubicBezTo>
                <a:close/>
              </a:path>
            </a:pathLst>
          </a:custGeom>
          <a:solidFill>
            <a:srgbClr val="F8F6F2">
              <a:alpha val="20000"/>
            </a:srgbClr>
          </a:solidFill>
          <a:ln w="8467">
            <a:solidFill>
              <a:srgbClr val="F8F6F2">
                <a:alpha val="30196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370413" y="6194431"/>
            <a:ext cx="14478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kern="0" spc="150" dirty="0">
                <a:solidFill>
                  <a:srgbClr val="F8F6F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AXIORA 2026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7052</Words>
  <Application>WPS Presentation</Application>
  <PresentationFormat>On-screen Show (16:9)</PresentationFormat>
  <Paragraphs>444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1" baseType="lpstr">
      <vt:lpstr>Arial</vt:lpstr>
      <vt:lpstr>SimSun</vt:lpstr>
      <vt:lpstr>Wingdings</vt:lpstr>
      <vt:lpstr>Quattrocento Sans</vt:lpstr>
      <vt:lpstr>Quattrocento Sans</vt:lpstr>
      <vt:lpstr>Quattrocento Sans</vt:lpstr>
      <vt:lpstr>Sorts Mill Goudy</vt:lpstr>
      <vt:lpstr>Sorts Mill Goudy</vt:lpstr>
      <vt:lpstr>Sorts Mill Goudy</vt:lpstr>
      <vt:lpstr>Unna</vt:lpstr>
      <vt:lpstr>Unna</vt:lpstr>
      <vt:lpstr>Unna</vt:lpstr>
      <vt:lpstr>Liter</vt:lpstr>
      <vt:lpstr>Liter</vt:lpstr>
      <vt:lpstr>Liter</vt:lpstr>
      <vt:lpstr>Calibri</vt:lpstr>
      <vt:lpstr>Microsoft YaHei</vt:lpstr>
      <vt:lpstr>Arial Unicode MS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ThriveMind - AI Powered Mental Health Assessment</dc:title>
  <dc:creator>Kimi</dc:creator>
  <dc:subject>ThriveMind - AI Powered Mental Health Assessment</dc:subject>
  <cp:lastModifiedBy>user</cp:lastModifiedBy>
  <cp:revision>2</cp:revision>
  <dcterms:created xsi:type="dcterms:W3CDTF">2026-03-18T12:58:00Z</dcterms:created>
  <dcterms:modified xsi:type="dcterms:W3CDTF">2026-03-18T13:54:41Z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{"Label":"ThriveMind - AI Powered Mental Health Assessment","ContentProducer":"001191110108MACG2KBH8F10000","ProduceID":"19d01052-1542-81bc-8000-00001cdbc99d","ReservedCode1":"","ContentPropagator":"001191110108MACG2KBH8F20000","PropagateID":"19d01052-1542-81bc-8000-00001cdbc99d","ReservedCode2":""}</vt:lpwstr>
  </property>
  <property fmtid="{D5CDD505-2E9C-101B-9397-08002B2CF9AE}" pid="3" name="ICV">
    <vt:lpwstr>F00D3638E3754FCF97D12790B6A2828A_12</vt:lpwstr>
  </property>
  <property fmtid="{D5CDD505-2E9C-101B-9397-08002B2CF9AE}" pid="4" name="KSOProductBuildVer">
    <vt:lpwstr>1033-12.2.0.23196</vt:lpwstr>
  </property>
</Properties>
</file>